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1.xml"/>
  <Override ContentType="application/vnd.openxmlformats-officedocument.presentationml.tableStyles+xml" PartName="/ppt/tableStyles.xml"/>
  <Override ContentType="application/vnd.openxmlformats-officedocument.presentationml.slideLayout+xml" PartName="/ppt/slideLayouts/slideLayout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9" r:id="rId5"/>
  </p:sldMasterIdLst>
  <p:notesMasterIdLst>
    <p:notesMasterId r:id="rId6"/>
  </p:notesMasterIdLst>
  <p:sldIdLst>
    <p:sldId id="256" r:id="rId7"/>
  </p:sldIdLst>
  <p:sldSz cy="32918400" cx="43891200"/>
  <p:notesSz cx="6858000" cy="9144000"/>
  <p:embeddedFontLst>
    <p:embeddedFont>
      <p:font typeface="Arial Black"/>
      <p:regular r:id="rId8"/>
    </p:embeddedFont>
    <p:embeddedFont>
      <p:font typeface="Roboto Mono"/>
      <p:regular r:id="rId9"/>
      <p:bold r:id="rId10"/>
      <p:italic r:id="rId11"/>
      <p:boldItalic r:id="rId12"/>
    </p:embeddedFont>
    <p:embeddedFont>
      <p:font typeface="Century Gothic"/>
      <p:regular r:id="rId13"/>
      <p:bold r:id="rId14"/>
      <p:italic r:id="rId15"/>
      <p:boldItalic r:id="rId16"/>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3318">
          <p15:clr>
            <a:srgbClr val="A4A3A4"/>
          </p15:clr>
        </p15:guide>
        <p15:guide id="2" orient="horz" pos="288">
          <p15:clr>
            <a:srgbClr val="A4A3A4"/>
          </p15:clr>
        </p15:guide>
        <p15:guide id="3" orient="horz" pos="20160">
          <p15:clr>
            <a:srgbClr val="A4A3A4"/>
          </p15:clr>
        </p15:guide>
        <p15:guide id="4" orient="horz">
          <p15:clr>
            <a:srgbClr val="A4A3A4"/>
          </p15:clr>
        </p15:guide>
        <p15:guide id="5" pos="264">
          <p15:clr>
            <a:srgbClr val="A4A3A4"/>
          </p15:clr>
        </p15:guide>
        <p15:guide id="6" pos="27384">
          <p15:clr>
            <a:srgbClr val="A4A3A4"/>
          </p15:clr>
        </p15:guide>
      </p15:sldGuideLst>
    </p:ext>
    <p:ext uri="{2D200454-40CA-4A62-9FC3-DE9A4176ACB9}">
      <p15:notesGuideLst>
        <p15:guide id="1" orient="horz" pos="288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3BDE7587-4E86-42DE-B49B-E62EB2135FD8}">
  <a:tblStyle styleId="{3BDE7587-4E86-42DE-B49B-E62EB2135FD8}" styleName="Table_0">
    <a:wholeTbl>
      <a:tcTxStyle b="off" i="off">
        <a:font>
          <a:latin typeface="Calibri"/>
          <a:ea typeface="Calibri"/>
          <a:cs typeface="Calibri"/>
        </a:font>
        <a:schemeClr val="dk1"/>
      </a:tcTxStyle>
      <a:tcStyle>
        <a:tcBdr>
          <a:left>
            <a:ln cap="flat" cmpd="sng" w="12700">
              <a:solidFill>
                <a:schemeClr val="lt1"/>
              </a:solidFill>
              <a:prstDash val="solid"/>
              <a:round/>
              <a:headEnd len="sm" w="sm" type="none"/>
              <a:tailEnd len="sm" w="sm" type="none"/>
            </a:ln>
          </a:left>
          <a:right>
            <a:ln cap="flat" cmpd="sng" w="12700">
              <a:solidFill>
                <a:schemeClr val="lt1"/>
              </a:solidFill>
              <a:prstDash val="solid"/>
              <a:round/>
              <a:headEnd len="sm" w="sm" type="none"/>
              <a:tailEnd len="sm" w="sm" type="none"/>
            </a:ln>
          </a:right>
          <a:top>
            <a:ln cap="flat" cmpd="sng" w="12700">
              <a:solidFill>
                <a:schemeClr val="lt1"/>
              </a:solidFill>
              <a:prstDash val="solid"/>
              <a:round/>
              <a:headEnd len="sm" w="sm" type="none"/>
              <a:tailEnd len="sm" w="sm" type="none"/>
            </a:ln>
          </a:top>
          <a:bottom>
            <a:ln cap="flat" cmpd="sng" w="12700">
              <a:solidFill>
                <a:schemeClr val="lt1"/>
              </a:solidFill>
              <a:prstDash val="solid"/>
              <a:round/>
              <a:headEnd len="sm" w="sm" type="none"/>
              <a:tailEnd len="sm" w="sm" type="none"/>
            </a:ln>
          </a:bottom>
          <a:insideH>
            <a:ln cap="flat" cmpd="sng" w="12700">
              <a:solidFill>
                <a:schemeClr val="lt1"/>
              </a:solidFill>
              <a:prstDash val="solid"/>
              <a:round/>
              <a:headEnd len="sm" w="sm" type="none"/>
              <a:tailEnd len="sm" w="sm" type="none"/>
            </a:ln>
          </a:insideH>
          <a:insideV>
            <a:ln cap="flat" cmpd="sng" w="12700">
              <a:solidFill>
                <a:schemeClr val="lt1"/>
              </a:solidFill>
              <a:prstDash val="solid"/>
              <a:round/>
              <a:headEnd len="sm" w="sm" type="none"/>
              <a:tailEnd len="sm" w="sm" type="none"/>
            </a:ln>
          </a:insideV>
        </a:tcBdr>
        <a:fill>
          <a:solidFill>
            <a:srgbClr val="E9EFF7"/>
          </a:solidFill>
        </a:fill>
      </a:tcStyle>
    </a:wholeTbl>
    <a:band1H>
      <a:tcTxStyle/>
      <a:tcStyle>
        <a:fill>
          <a:solidFill>
            <a:srgbClr val="D0DEEF"/>
          </a:solidFill>
        </a:fill>
      </a:tcStyle>
    </a:band1H>
    <a:band2H>
      <a:tcTxStyle/>
    </a:band2H>
    <a:band1V>
      <a:tcTxStyle/>
      <a:tcStyle>
        <a:fill>
          <a:solidFill>
            <a:srgbClr val="D0DEEF"/>
          </a:solidFill>
        </a:fill>
      </a:tcStyle>
    </a:band1V>
    <a:band2V>
      <a:tcTxStyle/>
    </a:band2V>
    <a:lastCol>
      <a:tcTxStyle b="on" i="off">
        <a:font>
          <a:latin typeface="Calibri"/>
          <a:ea typeface="Calibri"/>
          <a:cs typeface="Calibri"/>
        </a:font>
        <a:schemeClr val="lt1"/>
      </a:tcTxStyle>
      <a:tcStyle>
        <a:fill>
          <a:solidFill>
            <a:schemeClr val="accent1"/>
          </a:solidFill>
        </a:fill>
      </a:tcStyle>
    </a:lastCol>
    <a:firstCol>
      <a:tcTxStyle b="on" i="off">
        <a:font>
          <a:latin typeface="Calibri"/>
          <a:ea typeface="Calibri"/>
          <a:cs typeface="Calibri"/>
        </a:font>
        <a:schemeClr val="lt1"/>
      </a:tcTxStyle>
      <a:tcStyle>
        <a:fill>
          <a:solidFill>
            <a:schemeClr val="accent1"/>
          </a:solidFill>
        </a:fill>
      </a:tcStyle>
    </a:firstCol>
    <a:lastRow>
      <a:tcTxStyle b="on" i="off">
        <a:font>
          <a:latin typeface="Calibri"/>
          <a:ea typeface="Calibri"/>
          <a:cs typeface="Calibri"/>
        </a:font>
        <a:schemeClr val="lt1"/>
      </a:tcTxStyle>
      <a:tcStyle>
        <a:tcBdr>
          <a:top>
            <a:ln cap="flat" cmpd="sng" w="38100">
              <a:solidFill>
                <a:schemeClr val="lt1"/>
              </a:solidFill>
              <a:prstDash val="solid"/>
              <a:round/>
              <a:headEnd len="sm" w="sm" type="none"/>
              <a:tailEnd len="sm" w="sm" type="none"/>
            </a:ln>
          </a:top>
        </a:tcBdr>
        <a:fill>
          <a:solidFill>
            <a:schemeClr val="accent1"/>
          </a:solidFill>
        </a:fill>
      </a:tcStyle>
    </a:lastRow>
    <a:seCell>
      <a:tcTxStyle/>
    </a:seCell>
    <a:swCell>
      <a:tcTxStyle/>
    </a:swCell>
    <a:firstRow>
      <a:tcTxStyle b="on" i="off">
        <a:font>
          <a:latin typeface="Calibri"/>
          <a:ea typeface="Calibri"/>
          <a:cs typeface="Calibri"/>
        </a:font>
        <a:schemeClr val="lt1"/>
      </a:tcTxStyle>
      <a:tcStyle>
        <a:tcBdr>
          <a:bottom>
            <a:ln cap="flat" cmpd="sng" w="38100">
              <a:solidFill>
                <a:schemeClr val="lt1"/>
              </a:solidFill>
              <a:prstDash val="solid"/>
              <a:round/>
              <a:headEnd len="sm" w="sm" type="none"/>
              <a:tailEnd len="sm" w="sm" type="none"/>
            </a:ln>
          </a:bottom>
        </a:tcBdr>
        <a:fill>
          <a:solidFill>
            <a:schemeClr val="accent1"/>
          </a:solidFill>
        </a:fill>
      </a:tc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3318" orient="horz"/>
        <p:guide pos="288" orient="horz"/>
        <p:guide pos="20160" orient="horz"/>
        <p:guide orient="horz"/>
        <p:guide pos="264"/>
        <p:guide pos="27384"/>
      </p:guideLst>
    </p:cSldViewPr>
  </p:slideViewPr>
  <p:notesViewPr>
    <p:cSldViewPr snapToGrid="0">
      <p:cViewPr varScale="1">
        <p:scale>
          <a:sx n="100" d="100"/>
          <a:sy n="100" d="100"/>
        </p:scale>
        <p:origin x="0" y="0"/>
      </p:cViewPr>
      <p:guideLst>
        <p:guide pos="2880" orient="horz"/>
        <p:guide pos="2160"/>
      </p:guideLst>
    </p:cSldViewPr>
  </p:notesViewPr>
</p:viewPr>
</file>

<file path=ppt/_rels/presentation.xml.rels><?xml version="1.0" encoding="UTF-8" standalone="yes"?><Relationships xmlns="http://schemas.openxmlformats.org/package/2006/relationships"><Relationship Id="rId11" Type="http://schemas.openxmlformats.org/officeDocument/2006/relationships/font" Target="fonts/RobotoMono-italic.fntdata"/><Relationship Id="rId10" Type="http://schemas.openxmlformats.org/officeDocument/2006/relationships/font" Target="fonts/RobotoMono-bold.fntdata"/><Relationship Id="rId13" Type="http://schemas.openxmlformats.org/officeDocument/2006/relationships/font" Target="fonts/CenturyGothic-regular.fntdata"/><Relationship Id="rId12" Type="http://schemas.openxmlformats.org/officeDocument/2006/relationships/font" Target="fonts/RobotoMono-boldItalic.fntdata"/><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font" Target="fonts/RobotoMono-regular.fntdata"/><Relationship Id="rId15" Type="http://schemas.openxmlformats.org/officeDocument/2006/relationships/font" Target="fonts/CenturyGothic-italic.fntdata"/><Relationship Id="rId14" Type="http://schemas.openxmlformats.org/officeDocument/2006/relationships/font" Target="fonts/CenturyGothic-bold.fntdata"/><Relationship Id="rId16" Type="http://schemas.openxmlformats.org/officeDocument/2006/relationships/font" Target="fonts/CenturyGothic-boldItalic.fntdata"/><Relationship Id="rId5" Type="http://schemas.openxmlformats.org/officeDocument/2006/relationships/slideMaster" Target="slideMasters/slideMaster1.xml"/><Relationship Id="rId6" Type="http://schemas.openxmlformats.org/officeDocument/2006/relationships/notesMaster" Target="notesMasters/notesMaster1.xml"/><Relationship Id="rId7" Type="http://schemas.openxmlformats.org/officeDocument/2006/relationships/slide" Target="slides/slide1.xml"/><Relationship Id="rId8" Type="http://schemas.openxmlformats.org/officeDocument/2006/relationships/font" Target="fonts/ArialBlack-regular.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7200"/>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86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86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86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86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86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86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86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86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7200"/>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86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86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86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86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86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86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86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86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5800" u="none" cap="none" strike="noStrike">
                <a:solidFill>
                  <a:schemeClr val="dk1"/>
                </a:solidFill>
                <a:latin typeface="Calibri"/>
                <a:ea typeface="Calibri"/>
                <a:cs typeface="Calibri"/>
                <a:sym typeface="Calibri"/>
              </a:defRPr>
            </a:lvl1pPr>
            <a:lvl2pPr indent="-228600" lvl="1" marL="914400" marR="0" rtl="0" algn="l">
              <a:spcBef>
                <a:spcPts val="0"/>
              </a:spcBef>
              <a:spcAft>
                <a:spcPts val="0"/>
              </a:spcAft>
              <a:buSzPts val="1400"/>
              <a:buNone/>
              <a:defRPr b="0" i="0" sz="5800" u="none" cap="none" strike="noStrike">
                <a:solidFill>
                  <a:schemeClr val="dk1"/>
                </a:solidFill>
                <a:latin typeface="Calibri"/>
                <a:ea typeface="Calibri"/>
                <a:cs typeface="Calibri"/>
                <a:sym typeface="Calibri"/>
              </a:defRPr>
            </a:lvl2pPr>
            <a:lvl3pPr indent="-228600" lvl="2" marL="1371600" marR="0" rtl="0" algn="l">
              <a:spcBef>
                <a:spcPts val="0"/>
              </a:spcBef>
              <a:spcAft>
                <a:spcPts val="0"/>
              </a:spcAft>
              <a:buSzPts val="1400"/>
              <a:buNone/>
              <a:defRPr b="0" i="0" sz="5800" u="none" cap="none" strike="noStrike">
                <a:solidFill>
                  <a:schemeClr val="dk1"/>
                </a:solidFill>
                <a:latin typeface="Calibri"/>
                <a:ea typeface="Calibri"/>
                <a:cs typeface="Calibri"/>
                <a:sym typeface="Calibri"/>
              </a:defRPr>
            </a:lvl3pPr>
            <a:lvl4pPr indent="-228600" lvl="3" marL="1828800" marR="0" rtl="0" algn="l">
              <a:spcBef>
                <a:spcPts val="0"/>
              </a:spcBef>
              <a:spcAft>
                <a:spcPts val="0"/>
              </a:spcAft>
              <a:buSzPts val="1400"/>
              <a:buNone/>
              <a:defRPr b="0" i="0" sz="5800" u="none" cap="none" strike="noStrike">
                <a:solidFill>
                  <a:schemeClr val="dk1"/>
                </a:solidFill>
                <a:latin typeface="Calibri"/>
                <a:ea typeface="Calibri"/>
                <a:cs typeface="Calibri"/>
                <a:sym typeface="Calibri"/>
              </a:defRPr>
            </a:lvl4pPr>
            <a:lvl5pPr indent="-228600" lvl="4" marL="2286000" marR="0" rtl="0" algn="l">
              <a:spcBef>
                <a:spcPts val="0"/>
              </a:spcBef>
              <a:spcAft>
                <a:spcPts val="0"/>
              </a:spcAft>
              <a:buSzPts val="1400"/>
              <a:buNone/>
              <a:defRPr b="0" i="0" sz="5800" u="none" cap="none" strike="noStrike">
                <a:solidFill>
                  <a:schemeClr val="dk1"/>
                </a:solidFill>
                <a:latin typeface="Calibri"/>
                <a:ea typeface="Calibri"/>
                <a:cs typeface="Calibri"/>
                <a:sym typeface="Calibri"/>
              </a:defRPr>
            </a:lvl5pPr>
            <a:lvl6pPr indent="-228600" lvl="5" marL="2743200" marR="0" rtl="0" algn="l">
              <a:spcBef>
                <a:spcPts val="0"/>
              </a:spcBef>
              <a:spcAft>
                <a:spcPts val="0"/>
              </a:spcAft>
              <a:buSzPts val="1400"/>
              <a:buNone/>
              <a:defRPr b="0" i="0" sz="58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58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58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58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7200"/>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86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86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86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86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86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86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86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86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 name="Shape 40"/>
        <p:cNvGrpSpPr/>
        <p:nvPr/>
      </p:nvGrpSpPr>
      <p:grpSpPr>
        <a:xfrm>
          <a:off x="0" y="0"/>
          <a:ext cx="0" cy="0"/>
          <a:chOff x="0" y="0"/>
          <a:chExt cx="0" cy="0"/>
        </a:xfrm>
      </p:grpSpPr>
      <p:sp>
        <p:nvSpPr>
          <p:cNvPr id="41" name="Google Shape;41;p1: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2" name="Google Shape;42;p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4-column layout">
  <p:cSld name="4-column layout">
    <p:spTree>
      <p:nvGrpSpPr>
        <p:cNvPr id="22" name="Shape 22"/>
        <p:cNvGrpSpPr/>
        <p:nvPr/>
      </p:nvGrpSpPr>
      <p:grpSpPr>
        <a:xfrm>
          <a:off x="0" y="0"/>
          <a:ext cx="0" cy="0"/>
          <a:chOff x="0" y="0"/>
          <a:chExt cx="0" cy="0"/>
        </a:xfrm>
      </p:grpSpPr>
      <p:sp>
        <p:nvSpPr>
          <p:cNvPr id="23" name="Google Shape;23;p2"/>
          <p:cNvSpPr txBox="1"/>
          <p:nvPr>
            <p:ph idx="1" type="body"/>
          </p:nvPr>
        </p:nvSpPr>
        <p:spPr>
          <a:xfrm>
            <a:off x="465470" y="6380022"/>
            <a:ext cx="10266373" cy="846363"/>
          </a:xfrm>
          <a:prstGeom prst="rect">
            <a:avLst/>
          </a:prstGeom>
          <a:noFill/>
          <a:ln>
            <a:noFill/>
          </a:ln>
        </p:spPr>
        <p:txBody>
          <a:bodyPr anchorCtr="0" anchor="t" bIns="228575" lIns="228575" spcFirstLastPara="1" rIns="228575" wrap="square" tIns="228575">
            <a:spAutoFit/>
          </a:bodyPr>
          <a:lstStyle>
            <a:lvl1pPr indent="-228600" lvl="0" marL="457200" marR="0" rtl="0" algn="l">
              <a:spcBef>
                <a:spcPts val="500"/>
              </a:spcBef>
              <a:spcAft>
                <a:spcPts val="0"/>
              </a:spcAft>
              <a:buClr>
                <a:srgbClr val="1F3864"/>
              </a:buClr>
              <a:buSzPts val="2500"/>
              <a:buFont typeface="Arial"/>
              <a:buNone/>
              <a:defRPr b="0" i="0" sz="2500" u="none" cap="none" strike="noStrike">
                <a:solidFill>
                  <a:srgbClr val="1F3864"/>
                </a:solidFill>
                <a:latin typeface="Century Gothic"/>
                <a:ea typeface="Century Gothic"/>
                <a:cs typeface="Century Gothic"/>
                <a:sym typeface="Century Gothic"/>
              </a:defRPr>
            </a:lvl1pPr>
            <a:lvl2pPr indent="-387350" lvl="1" marL="914400" marR="0" rtl="0" algn="l">
              <a:spcBef>
                <a:spcPts val="500"/>
              </a:spcBef>
              <a:spcAft>
                <a:spcPts val="0"/>
              </a:spcAft>
              <a:buClr>
                <a:schemeClr val="dk1"/>
              </a:buClr>
              <a:buSzPts val="2500"/>
              <a:buFont typeface="Arial"/>
              <a:buChar char="–"/>
              <a:defRPr b="0" i="0" sz="2500" u="none" cap="none" strike="noStrike">
                <a:solidFill>
                  <a:schemeClr val="dk1"/>
                </a:solidFill>
                <a:latin typeface="Trebuchet MS"/>
                <a:ea typeface="Trebuchet MS"/>
                <a:cs typeface="Trebuchet MS"/>
                <a:sym typeface="Trebuchet MS"/>
              </a:defRPr>
            </a:lvl2pPr>
            <a:lvl3pPr indent="-387350" lvl="2" marL="1371600" marR="0" rtl="0" algn="l">
              <a:spcBef>
                <a:spcPts val="500"/>
              </a:spcBef>
              <a:spcAft>
                <a:spcPts val="0"/>
              </a:spcAft>
              <a:buClr>
                <a:schemeClr val="dk1"/>
              </a:buClr>
              <a:buSzPts val="2500"/>
              <a:buFont typeface="Arial"/>
              <a:buChar char="•"/>
              <a:defRPr b="0" i="0" sz="2500" u="none" cap="none" strike="noStrike">
                <a:solidFill>
                  <a:schemeClr val="dk1"/>
                </a:solidFill>
                <a:latin typeface="Trebuchet MS"/>
                <a:ea typeface="Trebuchet MS"/>
                <a:cs typeface="Trebuchet MS"/>
                <a:sym typeface="Trebuchet MS"/>
              </a:defRPr>
            </a:lvl3pPr>
            <a:lvl4pPr indent="-387350" lvl="3" marL="1828800" marR="0" rtl="0" algn="l">
              <a:spcBef>
                <a:spcPts val="500"/>
              </a:spcBef>
              <a:spcAft>
                <a:spcPts val="0"/>
              </a:spcAft>
              <a:buClr>
                <a:schemeClr val="dk1"/>
              </a:buClr>
              <a:buSzPts val="2500"/>
              <a:buFont typeface="Arial"/>
              <a:buChar char="–"/>
              <a:defRPr b="0" i="0" sz="2500" u="none" cap="none" strike="noStrike">
                <a:solidFill>
                  <a:schemeClr val="dk1"/>
                </a:solidFill>
                <a:latin typeface="Trebuchet MS"/>
                <a:ea typeface="Trebuchet MS"/>
                <a:cs typeface="Trebuchet MS"/>
                <a:sym typeface="Trebuchet MS"/>
              </a:defRPr>
            </a:lvl4pPr>
            <a:lvl5pPr indent="-387350" lvl="4" marL="2286000" marR="0" rtl="0" algn="l">
              <a:spcBef>
                <a:spcPts val="500"/>
              </a:spcBef>
              <a:spcAft>
                <a:spcPts val="0"/>
              </a:spcAft>
              <a:buClr>
                <a:schemeClr val="dk1"/>
              </a:buClr>
              <a:buSzPts val="2500"/>
              <a:buFont typeface="Arial"/>
              <a:buChar char="»"/>
              <a:defRPr b="0" i="0" sz="2500" u="none" cap="none" strike="noStrike">
                <a:solidFill>
                  <a:schemeClr val="dk1"/>
                </a:solidFill>
                <a:latin typeface="Trebuchet MS"/>
                <a:ea typeface="Trebuchet MS"/>
                <a:cs typeface="Trebuchet MS"/>
                <a:sym typeface="Trebuchet MS"/>
              </a:defRPr>
            </a:lvl5pPr>
            <a:lvl6pPr indent="-838200" lvl="5" marL="2743200" marR="0" rtl="0" algn="l">
              <a:spcBef>
                <a:spcPts val="1920"/>
              </a:spcBef>
              <a:spcAft>
                <a:spcPts val="0"/>
              </a:spcAft>
              <a:buClr>
                <a:schemeClr val="dk1"/>
              </a:buClr>
              <a:buSzPts val="9600"/>
              <a:buFont typeface="Arial"/>
              <a:buChar char="•"/>
              <a:defRPr b="0" i="0" sz="9600" u="none" cap="none" strike="noStrike">
                <a:solidFill>
                  <a:schemeClr val="dk1"/>
                </a:solidFill>
                <a:latin typeface="Calibri"/>
                <a:ea typeface="Calibri"/>
                <a:cs typeface="Calibri"/>
                <a:sym typeface="Calibri"/>
              </a:defRPr>
            </a:lvl6pPr>
            <a:lvl7pPr indent="-838200" lvl="6" marL="3200400" marR="0" rtl="0" algn="l">
              <a:spcBef>
                <a:spcPts val="1920"/>
              </a:spcBef>
              <a:spcAft>
                <a:spcPts val="0"/>
              </a:spcAft>
              <a:buClr>
                <a:schemeClr val="dk1"/>
              </a:buClr>
              <a:buSzPts val="9600"/>
              <a:buFont typeface="Arial"/>
              <a:buChar char="•"/>
              <a:defRPr b="0" i="0" sz="9600" u="none" cap="none" strike="noStrike">
                <a:solidFill>
                  <a:schemeClr val="dk1"/>
                </a:solidFill>
                <a:latin typeface="Calibri"/>
                <a:ea typeface="Calibri"/>
                <a:cs typeface="Calibri"/>
                <a:sym typeface="Calibri"/>
              </a:defRPr>
            </a:lvl7pPr>
            <a:lvl8pPr indent="-838200" lvl="7" marL="3657600" marR="0" rtl="0" algn="l">
              <a:spcBef>
                <a:spcPts val="1920"/>
              </a:spcBef>
              <a:spcAft>
                <a:spcPts val="0"/>
              </a:spcAft>
              <a:buClr>
                <a:schemeClr val="dk1"/>
              </a:buClr>
              <a:buSzPts val="9600"/>
              <a:buFont typeface="Arial"/>
              <a:buChar char="•"/>
              <a:defRPr b="0" i="0" sz="9600" u="none" cap="none" strike="noStrike">
                <a:solidFill>
                  <a:schemeClr val="dk1"/>
                </a:solidFill>
                <a:latin typeface="Calibri"/>
                <a:ea typeface="Calibri"/>
                <a:cs typeface="Calibri"/>
                <a:sym typeface="Calibri"/>
              </a:defRPr>
            </a:lvl8pPr>
            <a:lvl9pPr indent="-838200" lvl="8" marL="4114800" marR="0" rtl="0" algn="l">
              <a:spcBef>
                <a:spcPts val="1920"/>
              </a:spcBef>
              <a:spcAft>
                <a:spcPts val="0"/>
              </a:spcAft>
              <a:buClr>
                <a:schemeClr val="dk1"/>
              </a:buClr>
              <a:buSzPts val="9600"/>
              <a:buFont typeface="Arial"/>
              <a:buChar char="•"/>
              <a:defRPr b="0" i="0" sz="9600" u="none" cap="none" strike="noStrike">
                <a:solidFill>
                  <a:schemeClr val="dk1"/>
                </a:solidFill>
                <a:latin typeface="Calibri"/>
                <a:ea typeface="Calibri"/>
                <a:cs typeface="Calibri"/>
                <a:sym typeface="Calibri"/>
              </a:defRPr>
            </a:lvl9pPr>
          </a:lstStyle>
          <a:p/>
        </p:txBody>
      </p:sp>
      <p:sp>
        <p:nvSpPr>
          <p:cNvPr id="24" name="Google Shape;24;p2"/>
          <p:cNvSpPr txBox="1"/>
          <p:nvPr>
            <p:ph idx="2" type="body"/>
          </p:nvPr>
        </p:nvSpPr>
        <p:spPr>
          <a:xfrm>
            <a:off x="469210" y="5518886"/>
            <a:ext cx="10262633" cy="677100"/>
          </a:xfrm>
          <a:prstGeom prst="rect">
            <a:avLst/>
          </a:prstGeom>
          <a:noFill/>
          <a:ln>
            <a:noFill/>
          </a:ln>
        </p:spPr>
        <p:txBody>
          <a:bodyPr anchorCtr="0" anchor="t" bIns="91425" lIns="182875" spcFirstLastPara="1" rIns="182875" wrap="square" tIns="91425">
            <a:spAutoFit/>
          </a:bodyPr>
          <a:lstStyle>
            <a:lvl1pPr indent="-228600" lvl="0" marL="457200" marR="0" rtl="0" algn="l">
              <a:spcBef>
                <a:spcPts val="640"/>
              </a:spcBef>
              <a:spcAft>
                <a:spcPts val="0"/>
              </a:spcAft>
              <a:buClr>
                <a:srgbClr val="225EAC"/>
              </a:buClr>
              <a:buSzPts val="3200"/>
              <a:buFont typeface="Arial"/>
              <a:buNone/>
              <a:defRPr b="1" i="0" sz="3200" u="sng" cap="none" strike="noStrike">
                <a:solidFill>
                  <a:srgbClr val="225EAC"/>
                </a:solidFill>
                <a:latin typeface="Century Gothic"/>
                <a:ea typeface="Century Gothic"/>
                <a:cs typeface="Century Gothic"/>
                <a:sym typeface="Century Gothic"/>
              </a:defRPr>
            </a:lvl1pPr>
            <a:lvl2pPr indent="-1085850" lvl="1" marL="914400" marR="0" rtl="0" algn="l">
              <a:spcBef>
                <a:spcPts val="2700"/>
              </a:spcBef>
              <a:spcAft>
                <a:spcPts val="0"/>
              </a:spcAft>
              <a:buClr>
                <a:schemeClr val="dk1"/>
              </a:buClr>
              <a:buSzPts val="13500"/>
              <a:buFont typeface="Arial"/>
              <a:buChar char="–"/>
              <a:defRPr b="0" i="0" sz="13500" u="none" cap="none" strike="noStrike">
                <a:solidFill>
                  <a:schemeClr val="dk1"/>
                </a:solidFill>
                <a:latin typeface="Calibri"/>
                <a:ea typeface="Calibri"/>
                <a:cs typeface="Calibri"/>
                <a:sym typeface="Calibri"/>
              </a:defRPr>
            </a:lvl2pPr>
            <a:lvl3pPr indent="-965200" lvl="2" marL="1371600" marR="0" rtl="0" algn="l">
              <a:spcBef>
                <a:spcPts val="2320"/>
              </a:spcBef>
              <a:spcAft>
                <a:spcPts val="0"/>
              </a:spcAft>
              <a:buClr>
                <a:schemeClr val="dk1"/>
              </a:buClr>
              <a:buSzPts val="11600"/>
              <a:buFont typeface="Arial"/>
              <a:buChar char="•"/>
              <a:defRPr b="0" i="0" sz="11600" u="none" cap="none" strike="noStrike">
                <a:solidFill>
                  <a:schemeClr val="dk1"/>
                </a:solidFill>
                <a:latin typeface="Calibri"/>
                <a:ea typeface="Calibri"/>
                <a:cs typeface="Calibri"/>
                <a:sym typeface="Calibri"/>
              </a:defRPr>
            </a:lvl3pPr>
            <a:lvl4pPr indent="-838200" lvl="3" marL="1828800" marR="0" rtl="0" algn="l">
              <a:spcBef>
                <a:spcPts val="1920"/>
              </a:spcBef>
              <a:spcAft>
                <a:spcPts val="0"/>
              </a:spcAft>
              <a:buClr>
                <a:schemeClr val="dk1"/>
              </a:buClr>
              <a:buSzPts val="9600"/>
              <a:buFont typeface="Arial"/>
              <a:buChar char="–"/>
              <a:defRPr b="0" i="0" sz="9600" u="none" cap="none" strike="noStrike">
                <a:solidFill>
                  <a:schemeClr val="dk1"/>
                </a:solidFill>
                <a:latin typeface="Calibri"/>
                <a:ea typeface="Calibri"/>
                <a:cs typeface="Calibri"/>
                <a:sym typeface="Calibri"/>
              </a:defRPr>
            </a:lvl4pPr>
            <a:lvl5pPr indent="-838200" lvl="4" marL="2286000" marR="0" rtl="0" algn="l">
              <a:spcBef>
                <a:spcPts val="1920"/>
              </a:spcBef>
              <a:spcAft>
                <a:spcPts val="0"/>
              </a:spcAft>
              <a:buClr>
                <a:schemeClr val="dk1"/>
              </a:buClr>
              <a:buSzPts val="9600"/>
              <a:buFont typeface="Arial"/>
              <a:buChar char="»"/>
              <a:defRPr b="0" i="0" sz="9600" u="none" cap="none" strike="noStrike">
                <a:solidFill>
                  <a:schemeClr val="dk1"/>
                </a:solidFill>
                <a:latin typeface="Calibri"/>
                <a:ea typeface="Calibri"/>
                <a:cs typeface="Calibri"/>
                <a:sym typeface="Calibri"/>
              </a:defRPr>
            </a:lvl5pPr>
            <a:lvl6pPr indent="-838200" lvl="5" marL="2743200" marR="0" rtl="0" algn="l">
              <a:spcBef>
                <a:spcPts val="1920"/>
              </a:spcBef>
              <a:spcAft>
                <a:spcPts val="0"/>
              </a:spcAft>
              <a:buClr>
                <a:schemeClr val="dk1"/>
              </a:buClr>
              <a:buSzPts val="9600"/>
              <a:buFont typeface="Arial"/>
              <a:buChar char="•"/>
              <a:defRPr b="0" i="0" sz="9600" u="none" cap="none" strike="noStrike">
                <a:solidFill>
                  <a:schemeClr val="dk1"/>
                </a:solidFill>
                <a:latin typeface="Calibri"/>
                <a:ea typeface="Calibri"/>
                <a:cs typeface="Calibri"/>
                <a:sym typeface="Calibri"/>
              </a:defRPr>
            </a:lvl6pPr>
            <a:lvl7pPr indent="-838200" lvl="6" marL="3200400" marR="0" rtl="0" algn="l">
              <a:spcBef>
                <a:spcPts val="1920"/>
              </a:spcBef>
              <a:spcAft>
                <a:spcPts val="0"/>
              </a:spcAft>
              <a:buClr>
                <a:schemeClr val="dk1"/>
              </a:buClr>
              <a:buSzPts val="9600"/>
              <a:buFont typeface="Arial"/>
              <a:buChar char="•"/>
              <a:defRPr b="0" i="0" sz="9600" u="none" cap="none" strike="noStrike">
                <a:solidFill>
                  <a:schemeClr val="dk1"/>
                </a:solidFill>
                <a:latin typeface="Calibri"/>
                <a:ea typeface="Calibri"/>
                <a:cs typeface="Calibri"/>
                <a:sym typeface="Calibri"/>
              </a:defRPr>
            </a:lvl7pPr>
            <a:lvl8pPr indent="-838200" lvl="7" marL="3657600" marR="0" rtl="0" algn="l">
              <a:spcBef>
                <a:spcPts val="1920"/>
              </a:spcBef>
              <a:spcAft>
                <a:spcPts val="0"/>
              </a:spcAft>
              <a:buClr>
                <a:schemeClr val="dk1"/>
              </a:buClr>
              <a:buSzPts val="9600"/>
              <a:buFont typeface="Arial"/>
              <a:buChar char="•"/>
              <a:defRPr b="0" i="0" sz="9600" u="none" cap="none" strike="noStrike">
                <a:solidFill>
                  <a:schemeClr val="dk1"/>
                </a:solidFill>
                <a:latin typeface="Calibri"/>
                <a:ea typeface="Calibri"/>
                <a:cs typeface="Calibri"/>
                <a:sym typeface="Calibri"/>
              </a:defRPr>
            </a:lvl8pPr>
            <a:lvl9pPr indent="-838200" lvl="8" marL="4114800" marR="0" rtl="0" algn="l">
              <a:spcBef>
                <a:spcPts val="1920"/>
              </a:spcBef>
              <a:spcAft>
                <a:spcPts val="0"/>
              </a:spcAft>
              <a:buClr>
                <a:schemeClr val="dk1"/>
              </a:buClr>
              <a:buSzPts val="9600"/>
              <a:buFont typeface="Arial"/>
              <a:buChar char="•"/>
              <a:defRPr b="0" i="0" sz="9600" u="none" cap="none" strike="noStrike">
                <a:solidFill>
                  <a:schemeClr val="dk1"/>
                </a:solidFill>
                <a:latin typeface="Calibri"/>
                <a:ea typeface="Calibri"/>
                <a:cs typeface="Calibri"/>
                <a:sym typeface="Calibri"/>
              </a:defRPr>
            </a:lvl9pPr>
          </a:lstStyle>
          <a:p/>
        </p:txBody>
      </p:sp>
      <p:sp>
        <p:nvSpPr>
          <p:cNvPr id="25" name="Google Shape;25;p2"/>
          <p:cNvSpPr txBox="1"/>
          <p:nvPr>
            <p:ph idx="3" type="body"/>
          </p:nvPr>
        </p:nvSpPr>
        <p:spPr>
          <a:xfrm>
            <a:off x="457200" y="14212513"/>
            <a:ext cx="10286999" cy="677100"/>
          </a:xfrm>
          <a:prstGeom prst="rect">
            <a:avLst/>
          </a:prstGeom>
          <a:noFill/>
          <a:ln>
            <a:noFill/>
          </a:ln>
        </p:spPr>
        <p:txBody>
          <a:bodyPr anchorCtr="0" anchor="t" bIns="91425" lIns="182875" spcFirstLastPara="1" rIns="182875" wrap="square" tIns="91425">
            <a:spAutoFit/>
          </a:bodyPr>
          <a:lstStyle>
            <a:lvl1pPr indent="-228600" lvl="0" marL="457200" marR="0" rtl="0" algn="l">
              <a:spcBef>
                <a:spcPts val="640"/>
              </a:spcBef>
              <a:spcAft>
                <a:spcPts val="0"/>
              </a:spcAft>
              <a:buClr>
                <a:srgbClr val="225EAC"/>
              </a:buClr>
              <a:buSzPts val="3200"/>
              <a:buFont typeface="Arial"/>
              <a:buNone/>
              <a:defRPr b="1" i="0" sz="3200" u="sng" cap="none" strike="noStrike">
                <a:solidFill>
                  <a:srgbClr val="225EAC"/>
                </a:solidFill>
                <a:latin typeface="Century Gothic"/>
                <a:ea typeface="Century Gothic"/>
                <a:cs typeface="Century Gothic"/>
                <a:sym typeface="Century Gothic"/>
              </a:defRPr>
            </a:lvl1pPr>
            <a:lvl2pPr indent="-1085850" lvl="1" marL="914400" marR="0" rtl="0" algn="l">
              <a:spcBef>
                <a:spcPts val="2700"/>
              </a:spcBef>
              <a:spcAft>
                <a:spcPts val="0"/>
              </a:spcAft>
              <a:buClr>
                <a:schemeClr val="dk1"/>
              </a:buClr>
              <a:buSzPts val="13500"/>
              <a:buFont typeface="Arial"/>
              <a:buChar char="–"/>
              <a:defRPr b="0" i="0" sz="13500" u="none" cap="none" strike="noStrike">
                <a:solidFill>
                  <a:schemeClr val="dk1"/>
                </a:solidFill>
                <a:latin typeface="Calibri"/>
                <a:ea typeface="Calibri"/>
                <a:cs typeface="Calibri"/>
                <a:sym typeface="Calibri"/>
              </a:defRPr>
            </a:lvl2pPr>
            <a:lvl3pPr indent="-965200" lvl="2" marL="1371600" marR="0" rtl="0" algn="l">
              <a:spcBef>
                <a:spcPts val="2320"/>
              </a:spcBef>
              <a:spcAft>
                <a:spcPts val="0"/>
              </a:spcAft>
              <a:buClr>
                <a:schemeClr val="dk1"/>
              </a:buClr>
              <a:buSzPts val="11600"/>
              <a:buFont typeface="Arial"/>
              <a:buChar char="•"/>
              <a:defRPr b="0" i="0" sz="11600" u="none" cap="none" strike="noStrike">
                <a:solidFill>
                  <a:schemeClr val="dk1"/>
                </a:solidFill>
                <a:latin typeface="Calibri"/>
                <a:ea typeface="Calibri"/>
                <a:cs typeface="Calibri"/>
                <a:sym typeface="Calibri"/>
              </a:defRPr>
            </a:lvl3pPr>
            <a:lvl4pPr indent="-838200" lvl="3" marL="1828800" marR="0" rtl="0" algn="l">
              <a:spcBef>
                <a:spcPts val="1920"/>
              </a:spcBef>
              <a:spcAft>
                <a:spcPts val="0"/>
              </a:spcAft>
              <a:buClr>
                <a:schemeClr val="dk1"/>
              </a:buClr>
              <a:buSzPts val="9600"/>
              <a:buFont typeface="Arial"/>
              <a:buChar char="–"/>
              <a:defRPr b="0" i="0" sz="9600" u="none" cap="none" strike="noStrike">
                <a:solidFill>
                  <a:schemeClr val="dk1"/>
                </a:solidFill>
                <a:latin typeface="Calibri"/>
                <a:ea typeface="Calibri"/>
                <a:cs typeface="Calibri"/>
                <a:sym typeface="Calibri"/>
              </a:defRPr>
            </a:lvl4pPr>
            <a:lvl5pPr indent="-838200" lvl="4" marL="2286000" marR="0" rtl="0" algn="l">
              <a:spcBef>
                <a:spcPts val="1920"/>
              </a:spcBef>
              <a:spcAft>
                <a:spcPts val="0"/>
              </a:spcAft>
              <a:buClr>
                <a:schemeClr val="dk1"/>
              </a:buClr>
              <a:buSzPts val="9600"/>
              <a:buFont typeface="Arial"/>
              <a:buChar char="»"/>
              <a:defRPr b="0" i="0" sz="9600" u="none" cap="none" strike="noStrike">
                <a:solidFill>
                  <a:schemeClr val="dk1"/>
                </a:solidFill>
                <a:latin typeface="Calibri"/>
                <a:ea typeface="Calibri"/>
                <a:cs typeface="Calibri"/>
                <a:sym typeface="Calibri"/>
              </a:defRPr>
            </a:lvl5pPr>
            <a:lvl6pPr indent="-838200" lvl="5" marL="2743200" marR="0" rtl="0" algn="l">
              <a:spcBef>
                <a:spcPts val="1920"/>
              </a:spcBef>
              <a:spcAft>
                <a:spcPts val="0"/>
              </a:spcAft>
              <a:buClr>
                <a:schemeClr val="dk1"/>
              </a:buClr>
              <a:buSzPts val="9600"/>
              <a:buFont typeface="Arial"/>
              <a:buChar char="•"/>
              <a:defRPr b="0" i="0" sz="9600" u="none" cap="none" strike="noStrike">
                <a:solidFill>
                  <a:schemeClr val="dk1"/>
                </a:solidFill>
                <a:latin typeface="Calibri"/>
                <a:ea typeface="Calibri"/>
                <a:cs typeface="Calibri"/>
                <a:sym typeface="Calibri"/>
              </a:defRPr>
            </a:lvl6pPr>
            <a:lvl7pPr indent="-838200" lvl="6" marL="3200400" marR="0" rtl="0" algn="l">
              <a:spcBef>
                <a:spcPts val="1920"/>
              </a:spcBef>
              <a:spcAft>
                <a:spcPts val="0"/>
              </a:spcAft>
              <a:buClr>
                <a:schemeClr val="dk1"/>
              </a:buClr>
              <a:buSzPts val="9600"/>
              <a:buFont typeface="Arial"/>
              <a:buChar char="•"/>
              <a:defRPr b="0" i="0" sz="9600" u="none" cap="none" strike="noStrike">
                <a:solidFill>
                  <a:schemeClr val="dk1"/>
                </a:solidFill>
                <a:latin typeface="Calibri"/>
                <a:ea typeface="Calibri"/>
                <a:cs typeface="Calibri"/>
                <a:sym typeface="Calibri"/>
              </a:defRPr>
            </a:lvl7pPr>
            <a:lvl8pPr indent="-838200" lvl="7" marL="3657600" marR="0" rtl="0" algn="l">
              <a:spcBef>
                <a:spcPts val="1920"/>
              </a:spcBef>
              <a:spcAft>
                <a:spcPts val="0"/>
              </a:spcAft>
              <a:buClr>
                <a:schemeClr val="dk1"/>
              </a:buClr>
              <a:buSzPts val="9600"/>
              <a:buFont typeface="Arial"/>
              <a:buChar char="•"/>
              <a:defRPr b="0" i="0" sz="9600" u="none" cap="none" strike="noStrike">
                <a:solidFill>
                  <a:schemeClr val="dk1"/>
                </a:solidFill>
                <a:latin typeface="Calibri"/>
                <a:ea typeface="Calibri"/>
                <a:cs typeface="Calibri"/>
                <a:sym typeface="Calibri"/>
              </a:defRPr>
            </a:lvl8pPr>
            <a:lvl9pPr indent="-838200" lvl="8" marL="4114800" marR="0" rtl="0" algn="l">
              <a:spcBef>
                <a:spcPts val="1920"/>
              </a:spcBef>
              <a:spcAft>
                <a:spcPts val="0"/>
              </a:spcAft>
              <a:buClr>
                <a:schemeClr val="dk1"/>
              </a:buClr>
              <a:buSzPts val="9600"/>
              <a:buFont typeface="Arial"/>
              <a:buChar char="•"/>
              <a:defRPr b="0" i="0" sz="9600" u="none" cap="none" strike="noStrike">
                <a:solidFill>
                  <a:schemeClr val="dk1"/>
                </a:solidFill>
                <a:latin typeface="Calibri"/>
                <a:ea typeface="Calibri"/>
                <a:cs typeface="Calibri"/>
                <a:sym typeface="Calibri"/>
              </a:defRPr>
            </a:lvl9pPr>
          </a:lstStyle>
          <a:p/>
        </p:txBody>
      </p:sp>
      <p:sp>
        <p:nvSpPr>
          <p:cNvPr id="26" name="Google Shape;26;p2"/>
          <p:cNvSpPr txBox="1"/>
          <p:nvPr>
            <p:ph idx="4" type="body"/>
          </p:nvPr>
        </p:nvSpPr>
        <p:spPr>
          <a:xfrm>
            <a:off x="11429999" y="6378481"/>
            <a:ext cx="10172699" cy="846363"/>
          </a:xfrm>
          <a:prstGeom prst="rect">
            <a:avLst/>
          </a:prstGeom>
          <a:noFill/>
          <a:ln>
            <a:noFill/>
          </a:ln>
        </p:spPr>
        <p:txBody>
          <a:bodyPr anchorCtr="0" anchor="t" bIns="228575" lIns="228575" spcFirstLastPara="1" rIns="228575" wrap="square" tIns="228575">
            <a:spAutoFit/>
          </a:bodyPr>
          <a:lstStyle>
            <a:lvl1pPr indent="-228600" lvl="0" marL="457200" marR="0" rtl="0" algn="l">
              <a:spcBef>
                <a:spcPts val="500"/>
              </a:spcBef>
              <a:spcAft>
                <a:spcPts val="0"/>
              </a:spcAft>
              <a:buClr>
                <a:srgbClr val="1F3864"/>
              </a:buClr>
              <a:buSzPts val="2500"/>
              <a:buFont typeface="Arial"/>
              <a:buNone/>
              <a:defRPr b="0" i="0" sz="2500" u="none" cap="none" strike="noStrike">
                <a:solidFill>
                  <a:srgbClr val="1F3864"/>
                </a:solidFill>
                <a:latin typeface="Century Gothic"/>
                <a:ea typeface="Century Gothic"/>
                <a:cs typeface="Century Gothic"/>
                <a:sym typeface="Century Gothic"/>
              </a:defRPr>
            </a:lvl1pPr>
            <a:lvl2pPr indent="-387350" lvl="1" marL="914400" marR="0" rtl="0" algn="l">
              <a:spcBef>
                <a:spcPts val="500"/>
              </a:spcBef>
              <a:spcAft>
                <a:spcPts val="0"/>
              </a:spcAft>
              <a:buClr>
                <a:schemeClr val="dk1"/>
              </a:buClr>
              <a:buSzPts val="2500"/>
              <a:buFont typeface="Arial"/>
              <a:buChar char="–"/>
              <a:defRPr b="0" i="0" sz="2500" u="none" cap="none" strike="noStrike">
                <a:solidFill>
                  <a:schemeClr val="dk1"/>
                </a:solidFill>
                <a:latin typeface="Trebuchet MS"/>
                <a:ea typeface="Trebuchet MS"/>
                <a:cs typeface="Trebuchet MS"/>
                <a:sym typeface="Trebuchet MS"/>
              </a:defRPr>
            </a:lvl2pPr>
            <a:lvl3pPr indent="-387350" lvl="2" marL="1371600" marR="0" rtl="0" algn="l">
              <a:spcBef>
                <a:spcPts val="500"/>
              </a:spcBef>
              <a:spcAft>
                <a:spcPts val="0"/>
              </a:spcAft>
              <a:buClr>
                <a:schemeClr val="dk1"/>
              </a:buClr>
              <a:buSzPts val="2500"/>
              <a:buFont typeface="Arial"/>
              <a:buChar char="•"/>
              <a:defRPr b="0" i="0" sz="2500" u="none" cap="none" strike="noStrike">
                <a:solidFill>
                  <a:schemeClr val="dk1"/>
                </a:solidFill>
                <a:latin typeface="Trebuchet MS"/>
                <a:ea typeface="Trebuchet MS"/>
                <a:cs typeface="Trebuchet MS"/>
                <a:sym typeface="Trebuchet MS"/>
              </a:defRPr>
            </a:lvl3pPr>
            <a:lvl4pPr indent="-387350" lvl="3" marL="1828800" marR="0" rtl="0" algn="l">
              <a:spcBef>
                <a:spcPts val="500"/>
              </a:spcBef>
              <a:spcAft>
                <a:spcPts val="0"/>
              </a:spcAft>
              <a:buClr>
                <a:schemeClr val="dk1"/>
              </a:buClr>
              <a:buSzPts val="2500"/>
              <a:buFont typeface="Arial"/>
              <a:buChar char="–"/>
              <a:defRPr b="0" i="0" sz="2500" u="none" cap="none" strike="noStrike">
                <a:solidFill>
                  <a:schemeClr val="dk1"/>
                </a:solidFill>
                <a:latin typeface="Trebuchet MS"/>
                <a:ea typeface="Trebuchet MS"/>
                <a:cs typeface="Trebuchet MS"/>
                <a:sym typeface="Trebuchet MS"/>
              </a:defRPr>
            </a:lvl4pPr>
            <a:lvl5pPr indent="-387350" lvl="4" marL="2286000" marR="0" rtl="0" algn="l">
              <a:spcBef>
                <a:spcPts val="500"/>
              </a:spcBef>
              <a:spcAft>
                <a:spcPts val="0"/>
              </a:spcAft>
              <a:buClr>
                <a:schemeClr val="dk1"/>
              </a:buClr>
              <a:buSzPts val="2500"/>
              <a:buFont typeface="Arial"/>
              <a:buChar char="»"/>
              <a:defRPr b="0" i="0" sz="2500" u="none" cap="none" strike="noStrike">
                <a:solidFill>
                  <a:schemeClr val="dk1"/>
                </a:solidFill>
                <a:latin typeface="Trebuchet MS"/>
                <a:ea typeface="Trebuchet MS"/>
                <a:cs typeface="Trebuchet MS"/>
                <a:sym typeface="Trebuchet MS"/>
              </a:defRPr>
            </a:lvl5pPr>
            <a:lvl6pPr indent="-838200" lvl="5" marL="2743200" marR="0" rtl="0" algn="l">
              <a:spcBef>
                <a:spcPts val="1920"/>
              </a:spcBef>
              <a:spcAft>
                <a:spcPts val="0"/>
              </a:spcAft>
              <a:buClr>
                <a:schemeClr val="dk1"/>
              </a:buClr>
              <a:buSzPts val="9600"/>
              <a:buFont typeface="Arial"/>
              <a:buChar char="•"/>
              <a:defRPr b="0" i="0" sz="9600" u="none" cap="none" strike="noStrike">
                <a:solidFill>
                  <a:schemeClr val="dk1"/>
                </a:solidFill>
                <a:latin typeface="Calibri"/>
                <a:ea typeface="Calibri"/>
                <a:cs typeface="Calibri"/>
                <a:sym typeface="Calibri"/>
              </a:defRPr>
            </a:lvl6pPr>
            <a:lvl7pPr indent="-838200" lvl="6" marL="3200400" marR="0" rtl="0" algn="l">
              <a:spcBef>
                <a:spcPts val="1920"/>
              </a:spcBef>
              <a:spcAft>
                <a:spcPts val="0"/>
              </a:spcAft>
              <a:buClr>
                <a:schemeClr val="dk1"/>
              </a:buClr>
              <a:buSzPts val="9600"/>
              <a:buFont typeface="Arial"/>
              <a:buChar char="•"/>
              <a:defRPr b="0" i="0" sz="9600" u="none" cap="none" strike="noStrike">
                <a:solidFill>
                  <a:schemeClr val="dk1"/>
                </a:solidFill>
                <a:latin typeface="Calibri"/>
                <a:ea typeface="Calibri"/>
                <a:cs typeface="Calibri"/>
                <a:sym typeface="Calibri"/>
              </a:defRPr>
            </a:lvl7pPr>
            <a:lvl8pPr indent="-838200" lvl="7" marL="3657600" marR="0" rtl="0" algn="l">
              <a:spcBef>
                <a:spcPts val="1920"/>
              </a:spcBef>
              <a:spcAft>
                <a:spcPts val="0"/>
              </a:spcAft>
              <a:buClr>
                <a:schemeClr val="dk1"/>
              </a:buClr>
              <a:buSzPts val="9600"/>
              <a:buFont typeface="Arial"/>
              <a:buChar char="•"/>
              <a:defRPr b="0" i="0" sz="9600" u="none" cap="none" strike="noStrike">
                <a:solidFill>
                  <a:schemeClr val="dk1"/>
                </a:solidFill>
                <a:latin typeface="Calibri"/>
                <a:ea typeface="Calibri"/>
                <a:cs typeface="Calibri"/>
                <a:sym typeface="Calibri"/>
              </a:defRPr>
            </a:lvl8pPr>
            <a:lvl9pPr indent="-838200" lvl="8" marL="4114800" marR="0" rtl="0" algn="l">
              <a:spcBef>
                <a:spcPts val="1920"/>
              </a:spcBef>
              <a:spcAft>
                <a:spcPts val="0"/>
              </a:spcAft>
              <a:buClr>
                <a:schemeClr val="dk1"/>
              </a:buClr>
              <a:buSzPts val="9600"/>
              <a:buFont typeface="Arial"/>
              <a:buChar char="•"/>
              <a:defRPr b="0" i="0" sz="9600" u="none" cap="none" strike="noStrike">
                <a:solidFill>
                  <a:schemeClr val="dk1"/>
                </a:solidFill>
                <a:latin typeface="Calibri"/>
                <a:ea typeface="Calibri"/>
                <a:cs typeface="Calibri"/>
                <a:sym typeface="Calibri"/>
              </a:defRPr>
            </a:lvl9pPr>
          </a:lstStyle>
          <a:p/>
        </p:txBody>
      </p:sp>
      <p:sp>
        <p:nvSpPr>
          <p:cNvPr id="27" name="Google Shape;27;p2"/>
          <p:cNvSpPr txBox="1"/>
          <p:nvPr>
            <p:ph idx="5" type="body"/>
          </p:nvPr>
        </p:nvSpPr>
        <p:spPr>
          <a:xfrm>
            <a:off x="11421662" y="5524499"/>
            <a:ext cx="10172698" cy="677100"/>
          </a:xfrm>
          <a:prstGeom prst="rect">
            <a:avLst/>
          </a:prstGeom>
          <a:noFill/>
          <a:ln>
            <a:noFill/>
          </a:ln>
        </p:spPr>
        <p:txBody>
          <a:bodyPr anchorCtr="0" anchor="t" bIns="91425" lIns="182875" spcFirstLastPara="1" rIns="182875" wrap="square" tIns="91425">
            <a:spAutoFit/>
          </a:bodyPr>
          <a:lstStyle>
            <a:lvl1pPr indent="-228600" lvl="0" marL="457200" marR="0" rtl="0" algn="l">
              <a:spcBef>
                <a:spcPts val="640"/>
              </a:spcBef>
              <a:spcAft>
                <a:spcPts val="0"/>
              </a:spcAft>
              <a:buClr>
                <a:srgbClr val="225EAC"/>
              </a:buClr>
              <a:buSzPts val="3200"/>
              <a:buFont typeface="Arial"/>
              <a:buNone/>
              <a:defRPr b="1" i="0" sz="3200" u="sng" cap="none" strike="noStrike">
                <a:solidFill>
                  <a:srgbClr val="225EAC"/>
                </a:solidFill>
                <a:latin typeface="Century Gothic"/>
                <a:ea typeface="Century Gothic"/>
                <a:cs typeface="Century Gothic"/>
                <a:sym typeface="Century Gothic"/>
              </a:defRPr>
            </a:lvl1pPr>
            <a:lvl2pPr indent="-1085850" lvl="1" marL="914400" marR="0" rtl="0" algn="l">
              <a:spcBef>
                <a:spcPts val="2700"/>
              </a:spcBef>
              <a:spcAft>
                <a:spcPts val="0"/>
              </a:spcAft>
              <a:buClr>
                <a:schemeClr val="dk1"/>
              </a:buClr>
              <a:buSzPts val="13500"/>
              <a:buFont typeface="Arial"/>
              <a:buChar char="–"/>
              <a:defRPr b="0" i="0" sz="13500" u="none" cap="none" strike="noStrike">
                <a:solidFill>
                  <a:schemeClr val="dk1"/>
                </a:solidFill>
                <a:latin typeface="Calibri"/>
                <a:ea typeface="Calibri"/>
                <a:cs typeface="Calibri"/>
                <a:sym typeface="Calibri"/>
              </a:defRPr>
            </a:lvl2pPr>
            <a:lvl3pPr indent="-965200" lvl="2" marL="1371600" marR="0" rtl="0" algn="l">
              <a:spcBef>
                <a:spcPts val="2320"/>
              </a:spcBef>
              <a:spcAft>
                <a:spcPts val="0"/>
              </a:spcAft>
              <a:buClr>
                <a:schemeClr val="dk1"/>
              </a:buClr>
              <a:buSzPts val="11600"/>
              <a:buFont typeface="Arial"/>
              <a:buChar char="•"/>
              <a:defRPr b="0" i="0" sz="11600" u="none" cap="none" strike="noStrike">
                <a:solidFill>
                  <a:schemeClr val="dk1"/>
                </a:solidFill>
                <a:latin typeface="Calibri"/>
                <a:ea typeface="Calibri"/>
                <a:cs typeface="Calibri"/>
                <a:sym typeface="Calibri"/>
              </a:defRPr>
            </a:lvl3pPr>
            <a:lvl4pPr indent="-838200" lvl="3" marL="1828800" marR="0" rtl="0" algn="l">
              <a:spcBef>
                <a:spcPts val="1920"/>
              </a:spcBef>
              <a:spcAft>
                <a:spcPts val="0"/>
              </a:spcAft>
              <a:buClr>
                <a:schemeClr val="dk1"/>
              </a:buClr>
              <a:buSzPts val="9600"/>
              <a:buFont typeface="Arial"/>
              <a:buChar char="–"/>
              <a:defRPr b="0" i="0" sz="9600" u="none" cap="none" strike="noStrike">
                <a:solidFill>
                  <a:schemeClr val="dk1"/>
                </a:solidFill>
                <a:latin typeface="Calibri"/>
                <a:ea typeface="Calibri"/>
                <a:cs typeface="Calibri"/>
                <a:sym typeface="Calibri"/>
              </a:defRPr>
            </a:lvl4pPr>
            <a:lvl5pPr indent="-838200" lvl="4" marL="2286000" marR="0" rtl="0" algn="l">
              <a:spcBef>
                <a:spcPts val="1920"/>
              </a:spcBef>
              <a:spcAft>
                <a:spcPts val="0"/>
              </a:spcAft>
              <a:buClr>
                <a:schemeClr val="dk1"/>
              </a:buClr>
              <a:buSzPts val="9600"/>
              <a:buFont typeface="Arial"/>
              <a:buChar char="»"/>
              <a:defRPr b="0" i="0" sz="9600" u="none" cap="none" strike="noStrike">
                <a:solidFill>
                  <a:schemeClr val="dk1"/>
                </a:solidFill>
                <a:latin typeface="Calibri"/>
                <a:ea typeface="Calibri"/>
                <a:cs typeface="Calibri"/>
                <a:sym typeface="Calibri"/>
              </a:defRPr>
            </a:lvl5pPr>
            <a:lvl6pPr indent="-838200" lvl="5" marL="2743200" marR="0" rtl="0" algn="l">
              <a:spcBef>
                <a:spcPts val="1920"/>
              </a:spcBef>
              <a:spcAft>
                <a:spcPts val="0"/>
              </a:spcAft>
              <a:buClr>
                <a:schemeClr val="dk1"/>
              </a:buClr>
              <a:buSzPts val="9600"/>
              <a:buFont typeface="Arial"/>
              <a:buChar char="•"/>
              <a:defRPr b="0" i="0" sz="9600" u="none" cap="none" strike="noStrike">
                <a:solidFill>
                  <a:schemeClr val="dk1"/>
                </a:solidFill>
                <a:latin typeface="Calibri"/>
                <a:ea typeface="Calibri"/>
                <a:cs typeface="Calibri"/>
                <a:sym typeface="Calibri"/>
              </a:defRPr>
            </a:lvl6pPr>
            <a:lvl7pPr indent="-838200" lvl="6" marL="3200400" marR="0" rtl="0" algn="l">
              <a:spcBef>
                <a:spcPts val="1920"/>
              </a:spcBef>
              <a:spcAft>
                <a:spcPts val="0"/>
              </a:spcAft>
              <a:buClr>
                <a:schemeClr val="dk1"/>
              </a:buClr>
              <a:buSzPts val="9600"/>
              <a:buFont typeface="Arial"/>
              <a:buChar char="•"/>
              <a:defRPr b="0" i="0" sz="9600" u="none" cap="none" strike="noStrike">
                <a:solidFill>
                  <a:schemeClr val="dk1"/>
                </a:solidFill>
                <a:latin typeface="Calibri"/>
                <a:ea typeface="Calibri"/>
                <a:cs typeface="Calibri"/>
                <a:sym typeface="Calibri"/>
              </a:defRPr>
            </a:lvl7pPr>
            <a:lvl8pPr indent="-838200" lvl="7" marL="3657600" marR="0" rtl="0" algn="l">
              <a:spcBef>
                <a:spcPts val="1920"/>
              </a:spcBef>
              <a:spcAft>
                <a:spcPts val="0"/>
              </a:spcAft>
              <a:buClr>
                <a:schemeClr val="dk1"/>
              </a:buClr>
              <a:buSzPts val="9600"/>
              <a:buFont typeface="Arial"/>
              <a:buChar char="•"/>
              <a:defRPr b="0" i="0" sz="9600" u="none" cap="none" strike="noStrike">
                <a:solidFill>
                  <a:schemeClr val="dk1"/>
                </a:solidFill>
                <a:latin typeface="Calibri"/>
                <a:ea typeface="Calibri"/>
                <a:cs typeface="Calibri"/>
                <a:sym typeface="Calibri"/>
              </a:defRPr>
            </a:lvl8pPr>
            <a:lvl9pPr indent="-838200" lvl="8" marL="4114800" marR="0" rtl="0" algn="l">
              <a:spcBef>
                <a:spcPts val="1920"/>
              </a:spcBef>
              <a:spcAft>
                <a:spcPts val="0"/>
              </a:spcAft>
              <a:buClr>
                <a:schemeClr val="dk1"/>
              </a:buClr>
              <a:buSzPts val="9600"/>
              <a:buFont typeface="Arial"/>
              <a:buChar char="•"/>
              <a:defRPr b="0" i="0" sz="9600" u="none" cap="none" strike="noStrike">
                <a:solidFill>
                  <a:schemeClr val="dk1"/>
                </a:solidFill>
                <a:latin typeface="Calibri"/>
                <a:ea typeface="Calibri"/>
                <a:cs typeface="Calibri"/>
                <a:sym typeface="Calibri"/>
              </a:defRPr>
            </a:lvl9pPr>
          </a:lstStyle>
          <a:p/>
        </p:txBody>
      </p:sp>
      <p:sp>
        <p:nvSpPr>
          <p:cNvPr id="28" name="Google Shape;28;p2"/>
          <p:cNvSpPr txBox="1"/>
          <p:nvPr>
            <p:ph idx="6" type="body"/>
          </p:nvPr>
        </p:nvSpPr>
        <p:spPr>
          <a:xfrm>
            <a:off x="22296842" y="6322683"/>
            <a:ext cx="10199149" cy="846363"/>
          </a:xfrm>
          <a:prstGeom prst="rect">
            <a:avLst/>
          </a:prstGeom>
          <a:noFill/>
          <a:ln>
            <a:noFill/>
          </a:ln>
        </p:spPr>
        <p:txBody>
          <a:bodyPr anchorCtr="0" anchor="t" bIns="228575" lIns="228575" spcFirstLastPara="1" rIns="228575" wrap="square" tIns="228575">
            <a:spAutoFit/>
          </a:bodyPr>
          <a:lstStyle>
            <a:lvl1pPr indent="-228600" lvl="0" marL="457200" marR="0" rtl="0" algn="l">
              <a:spcBef>
                <a:spcPts val="500"/>
              </a:spcBef>
              <a:spcAft>
                <a:spcPts val="0"/>
              </a:spcAft>
              <a:buClr>
                <a:srgbClr val="1F3864"/>
              </a:buClr>
              <a:buSzPts val="2500"/>
              <a:buFont typeface="Arial"/>
              <a:buNone/>
              <a:defRPr b="0" i="0" sz="2500" u="none" cap="none" strike="noStrike">
                <a:solidFill>
                  <a:srgbClr val="1F3864"/>
                </a:solidFill>
                <a:latin typeface="Century Gothic"/>
                <a:ea typeface="Century Gothic"/>
                <a:cs typeface="Century Gothic"/>
                <a:sym typeface="Century Gothic"/>
              </a:defRPr>
            </a:lvl1pPr>
            <a:lvl2pPr indent="-387350" lvl="1" marL="914400" marR="0" rtl="0" algn="l">
              <a:spcBef>
                <a:spcPts val="500"/>
              </a:spcBef>
              <a:spcAft>
                <a:spcPts val="0"/>
              </a:spcAft>
              <a:buClr>
                <a:schemeClr val="dk1"/>
              </a:buClr>
              <a:buSzPts val="2500"/>
              <a:buFont typeface="Arial"/>
              <a:buChar char="–"/>
              <a:defRPr b="0" i="0" sz="2500" u="none" cap="none" strike="noStrike">
                <a:solidFill>
                  <a:schemeClr val="dk1"/>
                </a:solidFill>
                <a:latin typeface="Trebuchet MS"/>
                <a:ea typeface="Trebuchet MS"/>
                <a:cs typeface="Trebuchet MS"/>
                <a:sym typeface="Trebuchet MS"/>
              </a:defRPr>
            </a:lvl2pPr>
            <a:lvl3pPr indent="-387350" lvl="2" marL="1371600" marR="0" rtl="0" algn="l">
              <a:spcBef>
                <a:spcPts val="500"/>
              </a:spcBef>
              <a:spcAft>
                <a:spcPts val="0"/>
              </a:spcAft>
              <a:buClr>
                <a:schemeClr val="dk1"/>
              </a:buClr>
              <a:buSzPts val="2500"/>
              <a:buFont typeface="Arial"/>
              <a:buChar char="•"/>
              <a:defRPr b="0" i="0" sz="2500" u="none" cap="none" strike="noStrike">
                <a:solidFill>
                  <a:schemeClr val="dk1"/>
                </a:solidFill>
                <a:latin typeface="Trebuchet MS"/>
                <a:ea typeface="Trebuchet MS"/>
                <a:cs typeface="Trebuchet MS"/>
                <a:sym typeface="Trebuchet MS"/>
              </a:defRPr>
            </a:lvl3pPr>
            <a:lvl4pPr indent="-387350" lvl="3" marL="1828800" marR="0" rtl="0" algn="l">
              <a:spcBef>
                <a:spcPts val="500"/>
              </a:spcBef>
              <a:spcAft>
                <a:spcPts val="0"/>
              </a:spcAft>
              <a:buClr>
                <a:schemeClr val="dk1"/>
              </a:buClr>
              <a:buSzPts val="2500"/>
              <a:buFont typeface="Arial"/>
              <a:buChar char="–"/>
              <a:defRPr b="0" i="0" sz="2500" u="none" cap="none" strike="noStrike">
                <a:solidFill>
                  <a:schemeClr val="dk1"/>
                </a:solidFill>
                <a:latin typeface="Trebuchet MS"/>
                <a:ea typeface="Trebuchet MS"/>
                <a:cs typeface="Trebuchet MS"/>
                <a:sym typeface="Trebuchet MS"/>
              </a:defRPr>
            </a:lvl4pPr>
            <a:lvl5pPr indent="-387350" lvl="4" marL="2286000" marR="0" rtl="0" algn="l">
              <a:spcBef>
                <a:spcPts val="500"/>
              </a:spcBef>
              <a:spcAft>
                <a:spcPts val="0"/>
              </a:spcAft>
              <a:buClr>
                <a:schemeClr val="dk1"/>
              </a:buClr>
              <a:buSzPts val="2500"/>
              <a:buFont typeface="Arial"/>
              <a:buChar char="»"/>
              <a:defRPr b="0" i="0" sz="2500" u="none" cap="none" strike="noStrike">
                <a:solidFill>
                  <a:schemeClr val="dk1"/>
                </a:solidFill>
                <a:latin typeface="Trebuchet MS"/>
                <a:ea typeface="Trebuchet MS"/>
                <a:cs typeface="Trebuchet MS"/>
                <a:sym typeface="Trebuchet MS"/>
              </a:defRPr>
            </a:lvl5pPr>
            <a:lvl6pPr indent="-838200" lvl="5" marL="2743200" marR="0" rtl="0" algn="l">
              <a:spcBef>
                <a:spcPts val="1920"/>
              </a:spcBef>
              <a:spcAft>
                <a:spcPts val="0"/>
              </a:spcAft>
              <a:buClr>
                <a:schemeClr val="dk1"/>
              </a:buClr>
              <a:buSzPts val="9600"/>
              <a:buFont typeface="Arial"/>
              <a:buChar char="•"/>
              <a:defRPr b="0" i="0" sz="9600" u="none" cap="none" strike="noStrike">
                <a:solidFill>
                  <a:schemeClr val="dk1"/>
                </a:solidFill>
                <a:latin typeface="Calibri"/>
                <a:ea typeface="Calibri"/>
                <a:cs typeface="Calibri"/>
                <a:sym typeface="Calibri"/>
              </a:defRPr>
            </a:lvl6pPr>
            <a:lvl7pPr indent="-838200" lvl="6" marL="3200400" marR="0" rtl="0" algn="l">
              <a:spcBef>
                <a:spcPts val="1920"/>
              </a:spcBef>
              <a:spcAft>
                <a:spcPts val="0"/>
              </a:spcAft>
              <a:buClr>
                <a:schemeClr val="dk1"/>
              </a:buClr>
              <a:buSzPts val="9600"/>
              <a:buFont typeface="Arial"/>
              <a:buChar char="•"/>
              <a:defRPr b="0" i="0" sz="9600" u="none" cap="none" strike="noStrike">
                <a:solidFill>
                  <a:schemeClr val="dk1"/>
                </a:solidFill>
                <a:latin typeface="Calibri"/>
                <a:ea typeface="Calibri"/>
                <a:cs typeface="Calibri"/>
                <a:sym typeface="Calibri"/>
              </a:defRPr>
            </a:lvl7pPr>
            <a:lvl8pPr indent="-838200" lvl="7" marL="3657600" marR="0" rtl="0" algn="l">
              <a:spcBef>
                <a:spcPts val="1920"/>
              </a:spcBef>
              <a:spcAft>
                <a:spcPts val="0"/>
              </a:spcAft>
              <a:buClr>
                <a:schemeClr val="dk1"/>
              </a:buClr>
              <a:buSzPts val="9600"/>
              <a:buFont typeface="Arial"/>
              <a:buChar char="•"/>
              <a:defRPr b="0" i="0" sz="9600" u="none" cap="none" strike="noStrike">
                <a:solidFill>
                  <a:schemeClr val="dk1"/>
                </a:solidFill>
                <a:latin typeface="Calibri"/>
                <a:ea typeface="Calibri"/>
                <a:cs typeface="Calibri"/>
                <a:sym typeface="Calibri"/>
              </a:defRPr>
            </a:lvl8pPr>
            <a:lvl9pPr indent="-838200" lvl="8" marL="4114800" marR="0" rtl="0" algn="l">
              <a:spcBef>
                <a:spcPts val="1920"/>
              </a:spcBef>
              <a:spcAft>
                <a:spcPts val="0"/>
              </a:spcAft>
              <a:buClr>
                <a:schemeClr val="dk1"/>
              </a:buClr>
              <a:buSzPts val="9600"/>
              <a:buFont typeface="Arial"/>
              <a:buChar char="•"/>
              <a:defRPr b="0" i="0" sz="9600" u="none" cap="none" strike="noStrike">
                <a:solidFill>
                  <a:schemeClr val="dk1"/>
                </a:solidFill>
                <a:latin typeface="Calibri"/>
                <a:ea typeface="Calibri"/>
                <a:cs typeface="Calibri"/>
                <a:sym typeface="Calibri"/>
              </a:defRPr>
            </a:lvl9pPr>
          </a:lstStyle>
          <a:p/>
        </p:txBody>
      </p:sp>
      <p:sp>
        <p:nvSpPr>
          <p:cNvPr id="29" name="Google Shape;29;p2"/>
          <p:cNvSpPr txBox="1"/>
          <p:nvPr>
            <p:ph idx="7" type="body"/>
          </p:nvPr>
        </p:nvSpPr>
        <p:spPr>
          <a:xfrm>
            <a:off x="22291810" y="5518885"/>
            <a:ext cx="10207489" cy="677100"/>
          </a:xfrm>
          <a:prstGeom prst="rect">
            <a:avLst/>
          </a:prstGeom>
          <a:noFill/>
          <a:ln>
            <a:noFill/>
          </a:ln>
        </p:spPr>
        <p:txBody>
          <a:bodyPr anchorCtr="0" anchor="t" bIns="91425" lIns="182875" spcFirstLastPara="1" rIns="182875" wrap="square" tIns="91425">
            <a:spAutoFit/>
          </a:bodyPr>
          <a:lstStyle>
            <a:lvl1pPr indent="-228600" lvl="0" marL="457200" marR="0" rtl="0" algn="l">
              <a:spcBef>
                <a:spcPts val="640"/>
              </a:spcBef>
              <a:spcAft>
                <a:spcPts val="0"/>
              </a:spcAft>
              <a:buClr>
                <a:srgbClr val="225EAC"/>
              </a:buClr>
              <a:buSzPts val="3200"/>
              <a:buFont typeface="Arial"/>
              <a:buNone/>
              <a:defRPr b="1" i="0" sz="3200" u="sng" cap="none" strike="noStrike">
                <a:solidFill>
                  <a:srgbClr val="225EAC"/>
                </a:solidFill>
                <a:latin typeface="Century Gothic"/>
                <a:ea typeface="Century Gothic"/>
                <a:cs typeface="Century Gothic"/>
                <a:sym typeface="Century Gothic"/>
              </a:defRPr>
            </a:lvl1pPr>
            <a:lvl2pPr indent="-1085850" lvl="1" marL="914400" marR="0" rtl="0" algn="l">
              <a:spcBef>
                <a:spcPts val="2700"/>
              </a:spcBef>
              <a:spcAft>
                <a:spcPts val="0"/>
              </a:spcAft>
              <a:buClr>
                <a:schemeClr val="dk1"/>
              </a:buClr>
              <a:buSzPts val="13500"/>
              <a:buFont typeface="Arial"/>
              <a:buChar char="–"/>
              <a:defRPr b="0" i="0" sz="13500" u="none" cap="none" strike="noStrike">
                <a:solidFill>
                  <a:schemeClr val="dk1"/>
                </a:solidFill>
                <a:latin typeface="Calibri"/>
                <a:ea typeface="Calibri"/>
                <a:cs typeface="Calibri"/>
                <a:sym typeface="Calibri"/>
              </a:defRPr>
            </a:lvl2pPr>
            <a:lvl3pPr indent="-965200" lvl="2" marL="1371600" marR="0" rtl="0" algn="l">
              <a:spcBef>
                <a:spcPts val="2320"/>
              </a:spcBef>
              <a:spcAft>
                <a:spcPts val="0"/>
              </a:spcAft>
              <a:buClr>
                <a:schemeClr val="dk1"/>
              </a:buClr>
              <a:buSzPts val="11600"/>
              <a:buFont typeface="Arial"/>
              <a:buChar char="•"/>
              <a:defRPr b="0" i="0" sz="11600" u="none" cap="none" strike="noStrike">
                <a:solidFill>
                  <a:schemeClr val="dk1"/>
                </a:solidFill>
                <a:latin typeface="Calibri"/>
                <a:ea typeface="Calibri"/>
                <a:cs typeface="Calibri"/>
                <a:sym typeface="Calibri"/>
              </a:defRPr>
            </a:lvl3pPr>
            <a:lvl4pPr indent="-838200" lvl="3" marL="1828800" marR="0" rtl="0" algn="l">
              <a:spcBef>
                <a:spcPts val="1920"/>
              </a:spcBef>
              <a:spcAft>
                <a:spcPts val="0"/>
              </a:spcAft>
              <a:buClr>
                <a:schemeClr val="dk1"/>
              </a:buClr>
              <a:buSzPts val="9600"/>
              <a:buFont typeface="Arial"/>
              <a:buChar char="–"/>
              <a:defRPr b="0" i="0" sz="9600" u="none" cap="none" strike="noStrike">
                <a:solidFill>
                  <a:schemeClr val="dk1"/>
                </a:solidFill>
                <a:latin typeface="Calibri"/>
                <a:ea typeface="Calibri"/>
                <a:cs typeface="Calibri"/>
                <a:sym typeface="Calibri"/>
              </a:defRPr>
            </a:lvl4pPr>
            <a:lvl5pPr indent="-838200" lvl="4" marL="2286000" marR="0" rtl="0" algn="l">
              <a:spcBef>
                <a:spcPts val="1920"/>
              </a:spcBef>
              <a:spcAft>
                <a:spcPts val="0"/>
              </a:spcAft>
              <a:buClr>
                <a:schemeClr val="dk1"/>
              </a:buClr>
              <a:buSzPts val="9600"/>
              <a:buFont typeface="Arial"/>
              <a:buChar char="»"/>
              <a:defRPr b="0" i="0" sz="9600" u="none" cap="none" strike="noStrike">
                <a:solidFill>
                  <a:schemeClr val="dk1"/>
                </a:solidFill>
                <a:latin typeface="Calibri"/>
                <a:ea typeface="Calibri"/>
                <a:cs typeface="Calibri"/>
                <a:sym typeface="Calibri"/>
              </a:defRPr>
            </a:lvl5pPr>
            <a:lvl6pPr indent="-838200" lvl="5" marL="2743200" marR="0" rtl="0" algn="l">
              <a:spcBef>
                <a:spcPts val="1920"/>
              </a:spcBef>
              <a:spcAft>
                <a:spcPts val="0"/>
              </a:spcAft>
              <a:buClr>
                <a:schemeClr val="dk1"/>
              </a:buClr>
              <a:buSzPts val="9600"/>
              <a:buFont typeface="Arial"/>
              <a:buChar char="•"/>
              <a:defRPr b="0" i="0" sz="9600" u="none" cap="none" strike="noStrike">
                <a:solidFill>
                  <a:schemeClr val="dk1"/>
                </a:solidFill>
                <a:latin typeface="Calibri"/>
                <a:ea typeface="Calibri"/>
                <a:cs typeface="Calibri"/>
                <a:sym typeface="Calibri"/>
              </a:defRPr>
            </a:lvl6pPr>
            <a:lvl7pPr indent="-838200" lvl="6" marL="3200400" marR="0" rtl="0" algn="l">
              <a:spcBef>
                <a:spcPts val="1920"/>
              </a:spcBef>
              <a:spcAft>
                <a:spcPts val="0"/>
              </a:spcAft>
              <a:buClr>
                <a:schemeClr val="dk1"/>
              </a:buClr>
              <a:buSzPts val="9600"/>
              <a:buFont typeface="Arial"/>
              <a:buChar char="•"/>
              <a:defRPr b="0" i="0" sz="9600" u="none" cap="none" strike="noStrike">
                <a:solidFill>
                  <a:schemeClr val="dk1"/>
                </a:solidFill>
                <a:latin typeface="Calibri"/>
                <a:ea typeface="Calibri"/>
                <a:cs typeface="Calibri"/>
                <a:sym typeface="Calibri"/>
              </a:defRPr>
            </a:lvl7pPr>
            <a:lvl8pPr indent="-838200" lvl="7" marL="3657600" marR="0" rtl="0" algn="l">
              <a:spcBef>
                <a:spcPts val="1920"/>
              </a:spcBef>
              <a:spcAft>
                <a:spcPts val="0"/>
              </a:spcAft>
              <a:buClr>
                <a:schemeClr val="dk1"/>
              </a:buClr>
              <a:buSzPts val="9600"/>
              <a:buFont typeface="Arial"/>
              <a:buChar char="•"/>
              <a:defRPr b="0" i="0" sz="9600" u="none" cap="none" strike="noStrike">
                <a:solidFill>
                  <a:schemeClr val="dk1"/>
                </a:solidFill>
                <a:latin typeface="Calibri"/>
                <a:ea typeface="Calibri"/>
                <a:cs typeface="Calibri"/>
                <a:sym typeface="Calibri"/>
              </a:defRPr>
            </a:lvl8pPr>
            <a:lvl9pPr indent="-838200" lvl="8" marL="4114800" marR="0" rtl="0" algn="l">
              <a:spcBef>
                <a:spcPts val="1920"/>
              </a:spcBef>
              <a:spcAft>
                <a:spcPts val="0"/>
              </a:spcAft>
              <a:buClr>
                <a:schemeClr val="dk1"/>
              </a:buClr>
              <a:buSzPts val="9600"/>
              <a:buFont typeface="Arial"/>
              <a:buChar char="•"/>
              <a:defRPr b="0" i="0" sz="9600" u="none" cap="none" strike="noStrike">
                <a:solidFill>
                  <a:schemeClr val="dk1"/>
                </a:solidFill>
                <a:latin typeface="Calibri"/>
                <a:ea typeface="Calibri"/>
                <a:cs typeface="Calibri"/>
                <a:sym typeface="Calibri"/>
              </a:defRPr>
            </a:lvl9pPr>
          </a:lstStyle>
          <a:p/>
        </p:txBody>
      </p:sp>
      <p:sp>
        <p:nvSpPr>
          <p:cNvPr id="30" name="Google Shape;30;p2"/>
          <p:cNvSpPr txBox="1"/>
          <p:nvPr>
            <p:ph idx="8" type="body"/>
          </p:nvPr>
        </p:nvSpPr>
        <p:spPr>
          <a:xfrm>
            <a:off x="33193439" y="5524500"/>
            <a:ext cx="10257241" cy="677100"/>
          </a:xfrm>
          <a:prstGeom prst="rect">
            <a:avLst/>
          </a:prstGeom>
          <a:noFill/>
          <a:ln>
            <a:noFill/>
          </a:ln>
        </p:spPr>
        <p:txBody>
          <a:bodyPr anchorCtr="0" anchor="t" bIns="91425" lIns="182875" spcFirstLastPara="1" rIns="182875" wrap="square" tIns="91425">
            <a:spAutoFit/>
          </a:bodyPr>
          <a:lstStyle>
            <a:lvl1pPr indent="-228600" lvl="0" marL="457200" marR="0" rtl="0" algn="l">
              <a:spcBef>
                <a:spcPts val="640"/>
              </a:spcBef>
              <a:spcAft>
                <a:spcPts val="0"/>
              </a:spcAft>
              <a:buClr>
                <a:srgbClr val="225EAC"/>
              </a:buClr>
              <a:buSzPts val="3200"/>
              <a:buFont typeface="Arial"/>
              <a:buNone/>
              <a:defRPr b="1" i="0" sz="3200" u="sng" cap="none" strike="noStrike">
                <a:solidFill>
                  <a:srgbClr val="225EAC"/>
                </a:solidFill>
                <a:latin typeface="Century Gothic"/>
                <a:ea typeface="Century Gothic"/>
                <a:cs typeface="Century Gothic"/>
                <a:sym typeface="Century Gothic"/>
              </a:defRPr>
            </a:lvl1pPr>
            <a:lvl2pPr indent="-1085850" lvl="1" marL="914400" marR="0" rtl="0" algn="l">
              <a:spcBef>
                <a:spcPts val="2700"/>
              </a:spcBef>
              <a:spcAft>
                <a:spcPts val="0"/>
              </a:spcAft>
              <a:buClr>
                <a:schemeClr val="dk1"/>
              </a:buClr>
              <a:buSzPts val="13500"/>
              <a:buFont typeface="Arial"/>
              <a:buChar char="–"/>
              <a:defRPr b="0" i="0" sz="13500" u="none" cap="none" strike="noStrike">
                <a:solidFill>
                  <a:schemeClr val="dk1"/>
                </a:solidFill>
                <a:latin typeface="Calibri"/>
                <a:ea typeface="Calibri"/>
                <a:cs typeface="Calibri"/>
                <a:sym typeface="Calibri"/>
              </a:defRPr>
            </a:lvl2pPr>
            <a:lvl3pPr indent="-965200" lvl="2" marL="1371600" marR="0" rtl="0" algn="l">
              <a:spcBef>
                <a:spcPts val="2320"/>
              </a:spcBef>
              <a:spcAft>
                <a:spcPts val="0"/>
              </a:spcAft>
              <a:buClr>
                <a:schemeClr val="dk1"/>
              </a:buClr>
              <a:buSzPts val="11600"/>
              <a:buFont typeface="Arial"/>
              <a:buChar char="•"/>
              <a:defRPr b="0" i="0" sz="11600" u="none" cap="none" strike="noStrike">
                <a:solidFill>
                  <a:schemeClr val="dk1"/>
                </a:solidFill>
                <a:latin typeface="Calibri"/>
                <a:ea typeface="Calibri"/>
                <a:cs typeface="Calibri"/>
                <a:sym typeface="Calibri"/>
              </a:defRPr>
            </a:lvl3pPr>
            <a:lvl4pPr indent="-838200" lvl="3" marL="1828800" marR="0" rtl="0" algn="l">
              <a:spcBef>
                <a:spcPts val="1920"/>
              </a:spcBef>
              <a:spcAft>
                <a:spcPts val="0"/>
              </a:spcAft>
              <a:buClr>
                <a:schemeClr val="dk1"/>
              </a:buClr>
              <a:buSzPts val="9600"/>
              <a:buFont typeface="Arial"/>
              <a:buChar char="–"/>
              <a:defRPr b="0" i="0" sz="9600" u="none" cap="none" strike="noStrike">
                <a:solidFill>
                  <a:schemeClr val="dk1"/>
                </a:solidFill>
                <a:latin typeface="Calibri"/>
                <a:ea typeface="Calibri"/>
                <a:cs typeface="Calibri"/>
                <a:sym typeface="Calibri"/>
              </a:defRPr>
            </a:lvl4pPr>
            <a:lvl5pPr indent="-838200" lvl="4" marL="2286000" marR="0" rtl="0" algn="l">
              <a:spcBef>
                <a:spcPts val="1920"/>
              </a:spcBef>
              <a:spcAft>
                <a:spcPts val="0"/>
              </a:spcAft>
              <a:buClr>
                <a:schemeClr val="dk1"/>
              </a:buClr>
              <a:buSzPts val="9600"/>
              <a:buFont typeface="Arial"/>
              <a:buChar char="»"/>
              <a:defRPr b="0" i="0" sz="9600" u="none" cap="none" strike="noStrike">
                <a:solidFill>
                  <a:schemeClr val="dk1"/>
                </a:solidFill>
                <a:latin typeface="Calibri"/>
                <a:ea typeface="Calibri"/>
                <a:cs typeface="Calibri"/>
                <a:sym typeface="Calibri"/>
              </a:defRPr>
            </a:lvl5pPr>
            <a:lvl6pPr indent="-838200" lvl="5" marL="2743200" marR="0" rtl="0" algn="l">
              <a:spcBef>
                <a:spcPts val="1920"/>
              </a:spcBef>
              <a:spcAft>
                <a:spcPts val="0"/>
              </a:spcAft>
              <a:buClr>
                <a:schemeClr val="dk1"/>
              </a:buClr>
              <a:buSzPts val="9600"/>
              <a:buFont typeface="Arial"/>
              <a:buChar char="•"/>
              <a:defRPr b="0" i="0" sz="9600" u="none" cap="none" strike="noStrike">
                <a:solidFill>
                  <a:schemeClr val="dk1"/>
                </a:solidFill>
                <a:latin typeface="Calibri"/>
                <a:ea typeface="Calibri"/>
                <a:cs typeface="Calibri"/>
                <a:sym typeface="Calibri"/>
              </a:defRPr>
            </a:lvl6pPr>
            <a:lvl7pPr indent="-838200" lvl="6" marL="3200400" marR="0" rtl="0" algn="l">
              <a:spcBef>
                <a:spcPts val="1920"/>
              </a:spcBef>
              <a:spcAft>
                <a:spcPts val="0"/>
              </a:spcAft>
              <a:buClr>
                <a:schemeClr val="dk1"/>
              </a:buClr>
              <a:buSzPts val="9600"/>
              <a:buFont typeface="Arial"/>
              <a:buChar char="•"/>
              <a:defRPr b="0" i="0" sz="9600" u="none" cap="none" strike="noStrike">
                <a:solidFill>
                  <a:schemeClr val="dk1"/>
                </a:solidFill>
                <a:latin typeface="Calibri"/>
                <a:ea typeface="Calibri"/>
                <a:cs typeface="Calibri"/>
                <a:sym typeface="Calibri"/>
              </a:defRPr>
            </a:lvl7pPr>
            <a:lvl8pPr indent="-838200" lvl="7" marL="3657600" marR="0" rtl="0" algn="l">
              <a:spcBef>
                <a:spcPts val="1920"/>
              </a:spcBef>
              <a:spcAft>
                <a:spcPts val="0"/>
              </a:spcAft>
              <a:buClr>
                <a:schemeClr val="dk1"/>
              </a:buClr>
              <a:buSzPts val="9600"/>
              <a:buFont typeface="Arial"/>
              <a:buChar char="•"/>
              <a:defRPr b="0" i="0" sz="9600" u="none" cap="none" strike="noStrike">
                <a:solidFill>
                  <a:schemeClr val="dk1"/>
                </a:solidFill>
                <a:latin typeface="Calibri"/>
                <a:ea typeface="Calibri"/>
                <a:cs typeface="Calibri"/>
                <a:sym typeface="Calibri"/>
              </a:defRPr>
            </a:lvl8pPr>
            <a:lvl9pPr indent="-838200" lvl="8" marL="4114800" marR="0" rtl="0" algn="l">
              <a:spcBef>
                <a:spcPts val="1920"/>
              </a:spcBef>
              <a:spcAft>
                <a:spcPts val="0"/>
              </a:spcAft>
              <a:buClr>
                <a:schemeClr val="dk1"/>
              </a:buClr>
              <a:buSzPts val="9600"/>
              <a:buFont typeface="Arial"/>
              <a:buChar char="•"/>
              <a:defRPr b="0" i="0" sz="9600" u="none" cap="none" strike="noStrike">
                <a:solidFill>
                  <a:schemeClr val="dk1"/>
                </a:solidFill>
                <a:latin typeface="Calibri"/>
                <a:ea typeface="Calibri"/>
                <a:cs typeface="Calibri"/>
                <a:sym typeface="Calibri"/>
              </a:defRPr>
            </a:lvl9pPr>
          </a:lstStyle>
          <a:p/>
        </p:txBody>
      </p:sp>
      <p:sp>
        <p:nvSpPr>
          <p:cNvPr id="31" name="Google Shape;31;p2"/>
          <p:cNvSpPr txBox="1"/>
          <p:nvPr>
            <p:ph idx="9" type="body"/>
          </p:nvPr>
        </p:nvSpPr>
        <p:spPr>
          <a:xfrm>
            <a:off x="33185100" y="6340341"/>
            <a:ext cx="10265580" cy="846363"/>
          </a:xfrm>
          <a:prstGeom prst="rect">
            <a:avLst/>
          </a:prstGeom>
          <a:noFill/>
          <a:ln>
            <a:noFill/>
          </a:ln>
        </p:spPr>
        <p:txBody>
          <a:bodyPr anchorCtr="0" anchor="t" bIns="228575" lIns="228575" spcFirstLastPara="1" rIns="228575" wrap="square" tIns="228575">
            <a:spAutoFit/>
          </a:bodyPr>
          <a:lstStyle>
            <a:lvl1pPr indent="-228600" lvl="0" marL="457200" marR="0" rtl="0" algn="l">
              <a:spcBef>
                <a:spcPts val="500"/>
              </a:spcBef>
              <a:spcAft>
                <a:spcPts val="0"/>
              </a:spcAft>
              <a:buClr>
                <a:srgbClr val="1F3864"/>
              </a:buClr>
              <a:buSzPts val="2500"/>
              <a:buFont typeface="Arial"/>
              <a:buNone/>
              <a:defRPr b="0" i="0" sz="2500" u="none" cap="none" strike="noStrike">
                <a:solidFill>
                  <a:srgbClr val="1F3864"/>
                </a:solidFill>
                <a:latin typeface="Century Gothic"/>
                <a:ea typeface="Century Gothic"/>
                <a:cs typeface="Century Gothic"/>
                <a:sym typeface="Century Gothic"/>
              </a:defRPr>
            </a:lvl1pPr>
            <a:lvl2pPr indent="-387350" lvl="1" marL="914400" marR="0" rtl="0" algn="l">
              <a:spcBef>
                <a:spcPts val="500"/>
              </a:spcBef>
              <a:spcAft>
                <a:spcPts val="0"/>
              </a:spcAft>
              <a:buClr>
                <a:schemeClr val="dk1"/>
              </a:buClr>
              <a:buSzPts val="2500"/>
              <a:buFont typeface="Arial"/>
              <a:buChar char="–"/>
              <a:defRPr b="0" i="0" sz="2500" u="none" cap="none" strike="noStrike">
                <a:solidFill>
                  <a:schemeClr val="dk1"/>
                </a:solidFill>
                <a:latin typeface="Trebuchet MS"/>
                <a:ea typeface="Trebuchet MS"/>
                <a:cs typeface="Trebuchet MS"/>
                <a:sym typeface="Trebuchet MS"/>
              </a:defRPr>
            </a:lvl2pPr>
            <a:lvl3pPr indent="-387350" lvl="2" marL="1371600" marR="0" rtl="0" algn="l">
              <a:spcBef>
                <a:spcPts val="500"/>
              </a:spcBef>
              <a:spcAft>
                <a:spcPts val="0"/>
              </a:spcAft>
              <a:buClr>
                <a:schemeClr val="dk1"/>
              </a:buClr>
              <a:buSzPts val="2500"/>
              <a:buFont typeface="Arial"/>
              <a:buChar char="•"/>
              <a:defRPr b="0" i="0" sz="2500" u="none" cap="none" strike="noStrike">
                <a:solidFill>
                  <a:schemeClr val="dk1"/>
                </a:solidFill>
                <a:latin typeface="Trebuchet MS"/>
                <a:ea typeface="Trebuchet MS"/>
                <a:cs typeface="Trebuchet MS"/>
                <a:sym typeface="Trebuchet MS"/>
              </a:defRPr>
            </a:lvl3pPr>
            <a:lvl4pPr indent="-387350" lvl="3" marL="1828800" marR="0" rtl="0" algn="l">
              <a:spcBef>
                <a:spcPts val="500"/>
              </a:spcBef>
              <a:spcAft>
                <a:spcPts val="0"/>
              </a:spcAft>
              <a:buClr>
                <a:schemeClr val="dk1"/>
              </a:buClr>
              <a:buSzPts val="2500"/>
              <a:buFont typeface="Arial"/>
              <a:buChar char="–"/>
              <a:defRPr b="0" i="0" sz="2500" u="none" cap="none" strike="noStrike">
                <a:solidFill>
                  <a:schemeClr val="dk1"/>
                </a:solidFill>
                <a:latin typeface="Trebuchet MS"/>
                <a:ea typeface="Trebuchet MS"/>
                <a:cs typeface="Trebuchet MS"/>
                <a:sym typeface="Trebuchet MS"/>
              </a:defRPr>
            </a:lvl4pPr>
            <a:lvl5pPr indent="-387350" lvl="4" marL="2286000" marR="0" rtl="0" algn="l">
              <a:spcBef>
                <a:spcPts val="500"/>
              </a:spcBef>
              <a:spcAft>
                <a:spcPts val="0"/>
              </a:spcAft>
              <a:buClr>
                <a:schemeClr val="dk1"/>
              </a:buClr>
              <a:buSzPts val="2500"/>
              <a:buFont typeface="Arial"/>
              <a:buChar char="»"/>
              <a:defRPr b="0" i="0" sz="2500" u="none" cap="none" strike="noStrike">
                <a:solidFill>
                  <a:schemeClr val="dk1"/>
                </a:solidFill>
                <a:latin typeface="Trebuchet MS"/>
                <a:ea typeface="Trebuchet MS"/>
                <a:cs typeface="Trebuchet MS"/>
                <a:sym typeface="Trebuchet MS"/>
              </a:defRPr>
            </a:lvl5pPr>
            <a:lvl6pPr indent="-838200" lvl="5" marL="2743200" marR="0" rtl="0" algn="l">
              <a:spcBef>
                <a:spcPts val="1920"/>
              </a:spcBef>
              <a:spcAft>
                <a:spcPts val="0"/>
              </a:spcAft>
              <a:buClr>
                <a:schemeClr val="dk1"/>
              </a:buClr>
              <a:buSzPts val="9600"/>
              <a:buFont typeface="Arial"/>
              <a:buChar char="•"/>
              <a:defRPr b="0" i="0" sz="9600" u="none" cap="none" strike="noStrike">
                <a:solidFill>
                  <a:schemeClr val="dk1"/>
                </a:solidFill>
                <a:latin typeface="Calibri"/>
                <a:ea typeface="Calibri"/>
                <a:cs typeface="Calibri"/>
                <a:sym typeface="Calibri"/>
              </a:defRPr>
            </a:lvl6pPr>
            <a:lvl7pPr indent="-838200" lvl="6" marL="3200400" marR="0" rtl="0" algn="l">
              <a:spcBef>
                <a:spcPts val="1920"/>
              </a:spcBef>
              <a:spcAft>
                <a:spcPts val="0"/>
              </a:spcAft>
              <a:buClr>
                <a:schemeClr val="dk1"/>
              </a:buClr>
              <a:buSzPts val="9600"/>
              <a:buFont typeface="Arial"/>
              <a:buChar char="•"/>
              <a:defRPr b="0" i="0" sz="9600" u="none" cap="none" strike="noStrike">
                <a:solidFill>
                  <a:schemeClr val="dk1"/>
                </a:solidFill>
                <a:latin typeface="Calibri"/>
                <a:ea typeface="Calibri"/>
                <a:cs typeface="Calibri"/>
                <a:sym typeface="Calibri"/>
              </a:defRPr>
            </a:lvl7pPr>
            <a:lvl8pPr indent="-838200" lvl="7" marL="3657600" marR="0" rtl="0" algn="l">
              <a:spcBef>
                <a:spcPts val="1920"/>
              </a:spcBef>
              <a:spcAft>
                <a:spcPts val="0"/>
              </a:spcAft>
              <a:buClr>
                <a:schemeClr val="dk1"/>
              </a:buClr>
              <a:buSzPts val="9600"/>
              <a:buFont typeface="Arial"/>
              <a:buChar char="•"/>
              <a:defRPr b="0" i="0" sz="9600" u="none" cap="none" strike="noStrike">
                <a:solidFill>
                  <a:schemeClr val="dk1"/>
                </a:solidFill>
                <a:latin typeface="Calibri"/>
                <a:ea typeface="Calibri"/>
                <a:cs typeface="Calibri"/>
                <a:sym typeface="Calibri"/>
              </a:defRPr>
            </a:lvl8pPr>
            <a:lvl9pPr indent="-838200" lvl="8" marL="4114800" marR="0" rtl="0" algn="l">
              <a:spcBef>
                <a:spcPts val="1920"/>
              </a:spcBef>
              <a:spcAft>
                <a:spcPts val="0"/>
              </a:spcAft>
              <a:buClr>
                <a:schemeClr val="dk1"/>
              </a:buClr>
              <a:buSzPts val="9600"/>
              <a:buFont typeface="Arial"/>
              <a:buChar char="•"/>
              <a:defRPr b="0" i="0" sz="9600" u="none" cap="none" strike="noStrike">
                <a:solidFill>
                  <a:schemeClr val="dk1"/>
                </a:solidFill>
                <a:latin typeface="Calibri"/>
                <a:ea typeface="Calibri"/>
                <a:cs typeface="Calibri"/>
                <a:sym typeface="Calibri"/>
              </a:defRPr>
            </a:lvl9pPr>
          </a:lstStyle>
          <a:p/>
        </p:txBody>
      </p:sp>
      <p:sp>
        <p:nvSpPr>
          <p:cNvPr id="32" name="Google Shape;32;p2"/>
          <p:cNvSpPr txBox="1"/>
          <p:nvPr>
            <p:ph idx="13" type="body"/>
          </p:nvPr>
        </p:nvSpPr>
        <p:spPr>
          <a:xfrm>
            <a:off x="33210121" y="19594286"/>
            <a:ext cx="10248900" cy="677100"/>
          </a:xfrm>
          <a:prstGeom prst="rect">
            <a:avLst/>
          </a:prstGeom>
          <a:noFill/>
          <a:ln>
            <a:noFill/>
          </a:ln>
        </p:spPr>
        <p:txBody>
          <a:bodyPr anchorCtr="0" anchor="t" bIns="91425" lIns="182875" spcFirstLastPara="1" rIns="182875" wrap="square" tIns="91425">
            <a:spAutoFit/>
          </a:bodyPr>
          <a:lstStyle>
            <a:lvl1pPr indent="-228600" lvl="0" marL="457200" marR="0" rtl="0" algn="l">
              <a:spcBef>
                <a:spcPts val="640"/>
              </a:spcBef>
              <a:spcAft>
                <a:spcPts val="0"/>
              </a:spcAft>
              <a:buClr>
                <a:srgbClr val="225EAC"/>
              </a:buClr>
              <a:buSzPts val="3200"/>
              <a:buFont typeface="Arial"/>
              <a:buNone/>
              <a:defRPr b="1" i="0" sz="3200" u="sng" cap="none" strike="noStrike">
                <a:solidFill>
                  <a:srgbClr val="225EAC"/>
                </a:solidFill>
                <a:latin typeface="Century Gothic"/>
                <a:ea typeface="Century Gothic"/>
                <a:cs typeface="Century Gothic"/>
                <a:sym typeface="Century Gothic"/>
              </a:defRPr>
            </a:lvl1pPr>
            <a:lvl2pPr indent="-1085850" lvl="1" marL="914400" marR="0" rtl="0" algn="l">
              <a:spcBef>
                <a:spcPts val="2700"/>
              </a:spcBef>
              <a:spcAft>
                <a:spcPts val="0"/>
              </a:spcAft>
              <a:buClr>
                <a:schemeClr val="dk1"/>
              </a:buClr>
              <a:buSzPts val="13500"/>
              <a:buFont typeface="Arial"/>
              <a:buChar char="–"/>
              <a:defRPr b="0" i="0" sz="13500" u="none" cap="none" strike="noStrike">
                <a:solidFill>
                  <a:schemeClr val="dk1"/>
                </a:solidFill>
                <a:latin typeface="Calibri"/>
                <a:ea typeface="Calibri"/>
                <a:cs typeface="Calibri"/>
                <a:sym typeface="Calibri"/>
              </a:defRPr>
            </a:lvl2pPr>
            <a:lvl3pPr indent="-965200" lvl="2" marL="1371600" marR="0" rtl="0" algn="l">
              <a:spcBef>
                <a:spcPts val="2320"/>
              </a:spcBef>
              <a:spcAft>
                <a:spcPts val="0"/>
              </a:spcAft>
              <a:buClr>
                <a:schemeClr val="dk1"/>
              </a:buClr>
              <a:buSzPts val="11600"/>
              <a:buFont typeface="Arial"/>
              <a:buChar char="•"/>
              <a:defRPr b="0" i="0" sz="11600" u="none" cap="none" strike="noStrike">
                <a:solidFill>
                  <a:schemeClr val="dk1"/>
                </a:solidFill>
                <a:latin typeface="Calibri"/>
                <a:ea typeface="Calibri"/>
                <a:cs typeface="Calibri"/>
                <a:sym typeface="Calibri"/>
              </a:defRPr>
            </a:lvl3pPr>
            <a:lvl4pPr indent="-838200" lvl="3" marL="1828800" marR="0" rtl="0" algn="l">
              <a:spcBef>
                <a:spcPts val="1920"/>
              </a:spcBef>
              <a:spcAft>
                <a:spcPts val="0"/>
              </a:spcAft>
              <a:buClr>
                <a:schemeClr val="dk1"/>
              </a:buClr>
              <a:buSzPts val="9600"/>
              <a:buFont typeface="Arial"/>
              <a:buChar char="–"/>
              <a:defRPr b="0" i="0" sz="9600" u="none" cap="none" strike="noStrike">
                <a:solidFill>
                  <a:schemeClr val="dk1"/>
                </a:solidFill>
                <a:latin typeface="Calibri"/>
                <a:ea typeface="Calibri"/>
                <a:cs typeface="Calibri"/>
                <a:sym typeface="Calibri"/>
              </a:defRPr>
            </a:lvl4pPr>
            <a:lvl5pPr indent="-838200" lvl="4" marL="2286000" marR="0" rtl="0" algn="l">
              <a:spcBef>
                <a:spcPts val="1920"/>
              </a:spcBef>
              <a:spcAft>
                <a:spcPts val="0"/>
              </a:spcAft>
              <a:buClr>
                <a:schemeClr val="dk1"/>
              </a:buClr>
              <a:buSzPts val="9600"/>
              <a:buFont typeface="Arial"/>
              <a:buChar char="»"/>
              <a:defRPr b="0" i="0" sz="9600" u="none" cap="none" strike="noStrike">
                <a:solidFill>
                  <a:schemeClr val="dk1"/>
                </a:solidFill>
                <a:latin typeface="Calibri"/>
                <a:ea typeface="Calibri"/>
                <a:cs typeface="Calibri"/>
                <a:sym typeface="Calibri"/>
              </a:defRPr>
            </a:lvl5pPr>
            <a:lvl6pPr indent="-838200" lvl="5" marL="2743200" marR="0" rtl="0" algn="l">
              <a:spcBef>
                <a:spcPts val="1920"/>
              </a:spcBef>
              <a:spcAft>
                <a:spcPts val="0"/>
              </a:spcAft>
              <a:buClr>
                <a:schemeClr val="dk1"/>
              </a:buClr>
              <a:buSzPts val="9600"/>
              <a:buFont typeface="Arial"/>
              <a:buChar char="•"/>
              <a:defRPr b="0" i="0" sz="9600" u="none" cap="none" strike="noStrike">
                <a:solidFill>
                  <a:schemeClr val="dk1"/>
                </a:solidFill>
                <a:latin typeface="Calibri"/>
                <a:ea typeface="Calibri"/>
                <a:cs typeface="Calibri"/>
                <a:sym typeface="Calibri"/>
              </a:defRPr>
            </a:lvl6pPr>
            <a:lvl7pPr indent="-838200" lvl="6" marL="3200400" marR="0" rtl="0" algn="l">
              <a:spcBef>
                <a:spcPts val="1920"/>
              </a:spcBef>
              <a:spcAft>
                <a:spcPts val="0"/>
              </a:spcAft>
              <a:buClr>
                <a:schemeClr val="dk1"/>
              </a:buClr>
              <a:buSzPts val="9600"/>
              <a:buFont typeface="Arial"/>
              <a:buChar char="•"/>
              <a:defRPr b="0" i="0" sz="9600" u="none" cap="none" strike="noStrike">
                <a:solidFill>
                  <a:schemeClr val="dk1"/>
                </a:solidFill>
                <a:latin typeface="Calibri"/>
                <a:ea typeface="Calibri"/>
                <a:cs typeface="Calibri"/>
                <a:sym typeface="Calibri"/>
              </a:defRPr>
            </a:lvl7pPr>
            <a:lvl8pPr indent="-838200" lvl="7" marL="3657600" marR="0" rtl="0" algn="l">
              <a:spcBef>
                <a:spcPts val="1920"/>
              </a:spcBef>
              <a:spcAft>
                <a:spcPts val="0"/>
              </a:spcAft>
              <a:buClr>
                <a:schemeClr val="dk1"/>
              </a:buClr>
              <a:buSzPts val="9600"/>
              <a:buFont typeface="Arial"/>
              <a:buChar char="•"/>
              <a:defRPr b="0" i="0" sz="9600" u="none" cap="none" strike="noStrike">
                <a:solidFill>
                  <a:schemeClr val="dk1"/>
                </a:solidFill>
                <a:latin typeface="Calibri"/>
                <a:ea typeface="Calibri"/>
                <a:cs typeface="Calibri"/>
                <a:sym typeface="Calibri"/>
              </a:defRPr>
            </a:lvl8pPr>
            <a:lvl9pPr indent="-838200" lvl="8" marL="4114800" marR="0" rtl="0" algn="l">
              <a:spcBef>
                <a:spcPts val="1920"/>
              </a:spcBef>
              <a:spcAft>
                <a:spcPts val="0"/>
              </a:spcAft>
              <a:buClr>
                <a:schemeClr val="dk1"/>
              </a:buClr>
              <a:buSzPts val="9600"/>
              <a:buFont typeface="Arial"/>
              <a:buChar char="•"/>
              <a:defRPr b="0" i="0" sz="9600" u="none" cap="none" strike="noStrike">
                <a:solidFill>
                  <a:schemeClr val="dk1"/>
                </a:solidFill>
                <a:latin typeface="Calibri"/>
                <a:ea typeface="Calibri"/>
                <a:cs typeface="Calibri"/>
                <a:sym typeface="Calibri"/>
              </a:defRPr>
            </a:lvl9pPr>
          </a:lstStyle>
          <a:p/>
        </p:txBody>
      </p:sp>
      <p:sp>
        <p:nvSpPr>
          <p:cNvPr id="33" name="Google Shape;33;p2"/>
          <p:cNvSpPr txBox="1"/>
          <p:nvPr>
            <p:ph idx="14" type="body"/>
          </p:nvPr>
        </p:nvSpPr>
        <p:spPr>
          <a:xfrm>
            <a:off x="33206811" y="20423260"/>
            <a:ext cx="10240559" cy="846363"/>
          </a:xfrm>
          <a:prstGeom prst="rect">
            <a:avLst/>
          </a:prstGeom>
          <a:noFill/>
          <a:ln>
            <a:noFill/>
          </a:ln>
        </p:spPr>
        <p:txBody>
          <a:bodyPr anchorCtr="0" anchor="t" bIns="228575" lIns="228575" spcFirstLastPara="1" rIns="228575" wrap="square" tIns="228575">
            <a:spAutoFit/>
          </a:bodyPr>
          <a:lstStyle>
            <a:lvl1pPr indent="-228600" lvl="0" marL="457200" marR="0" rtl="0" algn="l">
              <a:spcBef>
                <a:spcPts val="500"/>
              </a:spcBef>
              <a:spcAft>
                <a:spcPts val="0"/>
              </a:spcAft>
              <a:buClr>
                <a:srgbClr val="1F3864"/>
              </a:buClr>
              <a:buSzPts val="2500"/>
              <a:buFont typeface="Arial"/>
              <a:buNone/>
              <a:defRPr b="0" i="0" sz="2500" u="none" cap="none" strike="noStrike">
                <a:solidFill>
                  <a:srgbClr val="1F3864"/>
                </a:solidFill>
                <a:latin typeface="Century Gothic"/>
                <a:ea typeface="Century Gothic"/>
                <a:cs typeface="Century Gothic"/>
                <a:sym typeface="Century Gothic"/>
              </a:defRPr>
            </a:lvl1pPr>
            <a:lvl2pPr indent="-387350" lvl="1" marL="914400" marR="0" rtl="0" algn="l">
              <a:spcBef>
                <a:spcPts val="500"/>
              </a:spcBef>
              <a:spcAft>
                <a:spcPts val="0"/>
              </a:spcAft>
              <a:buClr>
                <a:schemeClr val="dk1"/>
              </a:buClr>
              <a:buSzPts val="2500"/>
              <a:buFont typeface="Arial"/>
              <a:buChar char="–"/>
              <a:defRPr b="0" i="0" sz="2500" u="none" cap="none" strike="noStrike">
                <a:solidFill>
                  <a:schemeClr val="dk1"/>
                </a:solidFill>
                <a:latin typeface="Trebuchet MS"/>
                <a:ea typeface="Trebuchet MS"/>
                <a:cs typeface="Trebuchet MS"/>
                <a:sym typeface="Trebuchet MS"/>
              </a:defRPr>
            </a:lvl2pPr>
            <a:lvl3pPr indent="-387350" lvl="2" marL="1371600" marR="0" rtl="0" algn="l">
              <a:spcBef>
                <a:spcPts val="500"/>
              </a:spcBef>
              <a:spcAft>
                <a:spcPts val="0"/>
              </a:spcAft>
              <a:buClr>
                <a:schemeClr val="dk1"/>
              </a:buClr>
              <a:buSzPts val="2500"/>
              <a:buFont typeface="Arial"/>
              <a:buChar char="•"/>
              <a:defRPr b="0" i="0" sz="2500" u="none" cap="none" strike="noStrike">
                <a:solidFill>
                  <a:schemeClr val="dk1"/>
                </a:solidFill>
                <a:latin typeface="Trebuchet MS"/>
                <a:ea typeface="Trebuchet MS"/>
                <a:cs typeface="Trebuchet MS"/>
                <a:sym typeface="Trebuchet MS"/>
              </a:defRPr>
            </a:lvl3pPr>
            <a:lvl4pPr indent="-387350" lvl="3" marL="1828800" marR="0" rtl="0" algn="l">
              <a:spcBef>
                <a:spcPts val="500"/>
              </a:spcBef>
              <a:spcAft>
                <a:spcPts val="0"/>
              </a:spcAft>
              <a:buClr>
                <a:schemeClr val="dk1"/>
              </a:buClr>
              <a:buSzPts val="2500"/>
              <a:buFont typeface="Arial"/>
              <a:buChar char="–"/>
              <a:defRPr b="0" i="0" sz="2500" u="none" cap="none" strike="noStrike">
                <a:solidFill>
                  <a:schemeClr val="dk1"/>
                </a:solidFill>
                <a:latin typeface="Trebuchet MS"/>
                <a:ea typeface="Trebuchet MS"/>
                <a:cs typeface="Trebuchet MS"/>
                <a:sym typeface="Trebuchet MS"/>
              </a:defRPr>
            </a:lvl4pPr>
            <a:lvl5pPr indent="-387350" lvl="4" marL="2286000" marR="0" rtl="0" algn="l">
              <a:spcBef>
                <a:spcPts val="500"/>
              </a:spcBef>
              <a:spcAft>
                <a:spcPts val="0"/>
              </a:spcAft>
              <a:buClr>
                <a:schemeClr val="dk1"/>
              </a:buClr>
              <a:buSzPts val="2500"/>
              <a:buFont typeface="Arial"/>
              <a:buChar char="»"/>
              <a:defRPr b="0" i="0" sz="2500" u="none" cap="none" strike="noStrike">
                <a:solidFill>
                  <a:schemeClr val="dk1"/>
                </a:solidFill>
                <a:latin typeface="Trebuchet MS"/>
                <a:ea typeface="Trebuchet MS"/>
                <a:cs typeface="Trebuchet MS"/>
                <a:sym typeface="Trebuchet MS"/>
              </a:defRPr>
            </a:lvl5pPr>
            <a:lvl6pPr indent="-838200" lvl="5" marL="2743200" marR="0" rtl="0" algn="l">
              <a:spcBef>
                <a:spcPts val="1920"/>
              </a:spcBef>
              <a:spcAft>
                <a:spcPts val="0"/>
              </a:spcAft>
              <a:buClr>
                <a:schemeClr val="dk1"/>
              </a:buClr>
              <a:buSzPts val="9600"/>
              <a:buFont typeface="Arial"/>
              <a:buChar char="•"/>
              <a:defRPr b="0" i="0" sz="9600" u="none" cap="none" strike="noStrike">
                <a:solidFill>
                  <a:schemeClr val="dk1"/>
                </a:solidFill>
                <a:latin typeface="Calibri"/>
                <a:ea typeface="Calibri"/>
                <a:cs typeface="Calibri"/>
                <a:sym typeface="Calibri"/>
              </a:defRPr>
            </a:lvl6pPr>
            <a:lvl7pPr indent="-838200" lvl="6" marL="3200400" marR="0" rtl="0" algn="l">
              <a:spcBef>
                <a:spcPts val="1920"/>
              </a:spcBef>
              <a:spcAft>
                <a:spcPts val="0"/>
              </a:spcAft>
              <a:buClr>
                <a:schemeClr val="dk1"/>
              </a:buClr>
              <a:buSzPts val="9600"/>
              <a:buFont typeface="Arial"/>
              <a:buChar char="•"/>
              <a:defRPr b="0" i="0" sz="9600" u="none" cap="none" strike="noStrike">
                <a:solidFill>
                  <a:schemeClr val="dk1"/>
                </a:solidFill>
                <a:latin typeface="Calibri"/>
                <a:ea typeface="Calibri"/>
                <a:cs typeface="Calibri"/>
                <a:sym typeface="Calibri"/>
              </a:defRPr>
            </a:lvl7pPr>
            <a:lvl8pPr indent="-838200" lvl="7" marL="3657600" marR="0" rtl="0" algn="l">
              <a:spcBef>
                <a:spcPts val="1920"/>
              </a:spcBef>
              <a:spcAft>
                <a:spcPts val="0"/>
              </a:spcAft>
              <a:buClr>
                <a:schemeClr val="dk1"/>
              </a:buClr>
              <a:buSzPts val="9600"/>
              <a:buFont typeface="Arial"/>
              <a:buChar char="•"/>
              <a:defRPr b="0" i="0" sz="9600" u="none" cap="none" strike="noStrike">
                <a:solidFill>
                  <a:schemeClr val="dk1"/>
                </a:solidFill>
                <a:latin typeface="Calibri"/>
                <a:ea typeface="Calibri"/>
                <a:cs typeface="Calibri"/>
                <a:sym typeface="Calibri"/>
              </a:defRPr>
            </a:lvl8pPr>
            <a:lvl9pPr indent="-838200" lvl="8" marL="4114800" marR="0" rtl="0" algn="l">
              <a:spcBef>
                <a:spcPts val="1920"/>
              </a:spcBef>
              <a:spcAft>
                <a:spcPts val="0"/>
              </a:spcAft>
              <a:buClr>
                <a:schemeClr val="dk1"/>
              </a:buClr>
              <a:buSzPts val="9600"/>
              <a:buFont typeface="Arial"/>
              <a:buChar char="•"/>
              <a:defRPr b="0" i="0" sz="9600" u="none" cap="none" strike="noStrike">
                <a:solidFill>
                  <a:schemeClr val="dk1"/>
                </a:solidFill>
                <a:latin typeface="Calibri"/>
                <a:ea typeface="Calibri"/>
                <a:cs typeface="Calibri"/>
                <a:sym typeface="Calibri"/>
              </a:defRPr>
            </a:lvl9pPr>
          </a:lstStyle>
          <a:p/>
        </p:txBody>
      </p:sp>
      <p:sp>
        <p:nvSpPr>
          <p:cNvPr id="34" name="Google Shape;34;p2"/>
          <p:cNvSpPr txBox="1"/>
          <p:nvPr>
            <p:ph idx="15" type="body"/>
          </p:nvPr>
        </p:nvSpPr>
        <p:spPr>
          <a:xfrm>
            <a:off x="33206811" y="27865863"/>
            <a:ext cx="10243869" cy="677100"/>
          </a:xfrm>
          <a:prstGeom prst="rect">
            <a:avLst/>
          </a:prstGeom>
          <a:noFill/>
          <a:ln>
            <a:noFill/>
          </a:ln>
        </p:spPr>
        <p:txBody>
          <a:bodyPr anchorCtr="0" anchor="t" bIns="91425" lIns="182875" spcFirstLastPara="1" rIns="182875" wrap="square" tIns="91425">
            <a:spAutoFit/>
          </a:bodyPr>
          <a:lstStyle>
            <a:lvl1pPr indent="-228600" lvl="0" marL="457200" marR="0" rtl="0" algn="l">
              <a:spcBef>
                <a:spcPts val="640"/>
              </a:spcBef>
              <a:spcAft>
                <a:spcPts val="0"/>
              </a:spcAft>
              <a:buClr>
                <a:srgbClr val="225EAC"/>
              </a:buClr>
              <a:buSzPts val="3200"/>
              <a:buFont typeface="Arial"/>
              <a:buNone/>
              <a:defRPr b="1" i="0" sz="3200" u="sng" cap="none" strike="noStrike">
                <a:solidFill>
                  <a:srgbClr val="225EAC"/>
                </a:solidFill>
                <a:latin typeface="Century Gothic"/>
                <a:ea typeface="Century Gothic"/>
                <a:cs typeface="Century Gothic"/>
                <a:sym typeface="Century Gothic"/>
              </a:defRPr>
            </a:lvl1pPr>
            <a:lvl2pPr indent="-1085850" lvl="1" marL="914400" marR="0" rtl="0" algn="l">
              <a:spcBef>
                <a:spcPts val="2700"/>
              </a:spcBef>
              <a:spcAft>
                <a:spcPts val="0"/>
              </a:spcAft>
              <a:buClr>
                <a:schemeClr val="dk1"/>
              </a:buClr>
              <a:buSzPts val="13500"/>
              <a:buFont typeface="Arial"/>
              <a:buChar char="–"/>
              <a:defRPr b="0" i="0" sz="13500" u="none" cap="none" strike="noStrike">
                <a:solidFill>
                  <a:schemeClr val="dk1"/>
                </a:solidFill>
                <a:latin typeface="Calibri"/>
                <a:ea typeface="Calibri"/>
                <a:cs typeface="Calibri"/>
                <a:sym typeface="Calibri"/>
              </a:defRPr>
            </a:lvl2pPr>
            <a:lvl3pPr indent="-965200" lvl="2" marL="1371600" marR="0" rtl="0" algn="l">
              <a:spcBef>
                <a:spcPts val="2320"/>
              </a:spcBef>
              <a:spcAft>
                <a:spcPts val="0"/>
              </a:spcAft>
              <a:buClr>
                <a:schemeClr val="dk1"/>
              </a:buClr>
              <a:buSzPts val="11600"/>
              <a:buFont typeface="Arial"/>
              <a:buChar char="•"/>
              <a:defRPr b="0" i="0" sz="11600" u="none" cap="none" strike="noStrike">
                <a:solidFill>
                  <a:schemeClr val="dk1"/>
                </a:solidFill>
                <a:latin typeface="Calibri"/>
                <a:ea typeface="Calibri"/>
                <a:cs typeface="Calibri"/>
                <a:sym typeface="Calibri"/>
              </a:defRPr>
            </a:lvl3pPr>
            <a:lvl4pPr indent="-838200" lvl="3" marL="1828800" marR="0" rtl="0" algn="l">
              <a:spcBef>
                <a:spcPts val="1920"/>
              </a:spcBef>
              <a:spcAft>
                <a:spcPts val="0"/>
              </a:spcAft>
              <a:buClr>
                <a:schemeClr val="dk1"/>
              </a:buClr>
              <a:buSzPts val="9600"/>
              <a:buFont typeface="Arial"/>
              <a:buChar char="–"/>
              <a:defRPr b="0" i="0" sz="9600" u="none" cap="none" strike="noStrike">
                <a:solidFill>
                  <a:schemeClr val="dk1"/>
                </a:solidFill>
                <a:latin typeface="Calibri"/>
                <a:ea typeface="Calibri"/>
                <a:cs typeface="Calibri"/>
                <a:sym typeface="Calibri"/>
              </a:defRPr>
            </a:lvl4pPr>
            <a:lvl5pPr indent="-838200" lvl="4" marL="2286000" marR="0" rtl="0" algn="l">
              <a:spcBef>
                <a:spcPts val="1920"/>
              </a:spcBef>
              <a:spcAft>
                <a:spcPts val="0"/>
              </a:spcAft>
              <a:buClr>
                <a:schemeClr val="dk1"/>
              </a:buClr>
              <a:buSzPts val="9600"/>
              <a:buFont typeface="Arial"/>
              <a:buChar char="»"/>
              <a:defRPr b="0" i="0" sz="9600" u="none" cap="none" strike="noStrike">
                <a:solidFill>
                  <a:schemeClr val="dk1"/>
                </a:solidFill>
                <a:latin typeface="Calibri"/>
                <a:ea typeface="Calibri"/>
                <a:cs typeface="Calibri"/>
                <a:sym typeface="Calibri"/>
              </a:defRPr>
            </a:lvl5pPr>
            <a:lvl6pPr indent="-838200" lvl="5" marL="2743200" marR="0" rtl="0" algn="l">
              <a:spcBef>
                <a:spcPts val="1920"/>
              </a:spcBef>
              <a:spcAft>
                <a:spcPts val="0"/>
              </a:spcAft>
              <a:buClr>
                <a:schemeClr val="dk1"/>
              </a:buClr>
              <a:buSzPts val="9600"/>
              <a:buFont typeface="Arial"/>
              <a:buChar char="•"/>
              <a:defRPr b="0" i="0" sz="9600" u="none" cap="none" strike="noStrike">
                <a:solidFill>
                  <a:schemeClr val="dk1"/>
                </a:solidFill>
                <a:latin typeface="Calibri"/>
                <a:ea typeface="Calibri"/>
                <a:cs typeface="Calibri"/>
                <a:sym typeface="Calibri"/>
              </a:defRPr>
            </a:lvl6pPr>
            <a:lvl7pPr indent="-838200" lvl="6" marL="3200400" marR="0" rtl="0" algn="l">
              <a:spcBef>
                <a:spcPts val="1920"/>
              </a:spcBef>
              <a:spcAft>
                <a:spcPts val="0"/>
              </a:spcAft>
              <a:buClr>
                <a:schemeClr val="dk1"/>
              </a:buClr>
              <a:buSzPts val="9600"/>
              <a:buFont typeface="Arial"/>
              <a:buChar char="•"/>
              <a:defRPr b="0" i="0" sz="9600" u="none" cap="none" strike="noStrike">
                <a:solidFill>
                  <a:schemeClr val="dk1"/>
                </a:solidFill>
                <a:latin typeface="Calibri"/>
                <a:ea typeface="Calibri"/>
                <a:cs typeface="Calibri"/>
                <a:sym typeface="Calibri"/>
              </a:defRPr>
            </a:lvl7pPr>
            <a:lvl8pPr indent="-838200" lvl="7" marL="3657600" marR="0" rtl="0" algn="l">
              <a:spcBef>
                <a:spcPts val="1920"/>
              </a:spcBef>
              <a:spcAft>
                <a:spcPts val="0"/>
              </a:spcAft>
              <a:buClr>
                <a:schemeClr val="dk1"/>
              </a:buClr>
              <a:buSzPts val="9600"/>
              <a:buFont typeface="Arial"/>
              <a:buChar char="•"/>
              <a:defRPr b="0" i="0" sz="9600" u="none" cap="none" strike="noStrike">
                <a:solidFill>
                  <a:schemeClr val="dk1"/>
                </a:solidFill>
                <a:latin typeface="Calibri"/>
                <a:ea typeface="Calibri"/>
                <a:cs typeface="Calibri"/>
                <a:sym typeface="Calibri"/>
              </a:defRPr>
            </a:lvl8pPr>
            <a:lvl9pPr indent="-838200" lvl="8" marL="4114800" marR="0" rtl="0" algn="l">
              <a:spcBef>
                <a:spcPts val="1920"/>
              </a:spcBef>
              <a:spcAft>
                <a:spcPts val="0"/>
              </a:spcAft>
              <a:buClr>
                <a:schemeClr val="dk1"/>
              </a:buClr>
              <a:buSzPts val="9600"/>
              <a:buFont typeface="Arial"/>
              <a:buChar char="•"/>
              <a:defRPr b="0" i="0" sz="9600" u="none" cap="none" strike="noStrike">
                <a:solidFill>
                  <a:schemeClr val="dk1"/>
                </a:solidFill>
                <a:latin typeface="Calibri"/>
                <a:ea typeface="Calibri"/>
                <a:cs typeface="Calibri"/>
                <a:sym typeface="Calibri"/>
              </a:defRPr>
            </a:lvl9pPr>
          </a:lstStyle>
          <a:p/>
        </p:txBody>
      </p:sp>
      <p:sp>
        <p:nvSpPr>
          <p:cNvPr id="35" name="Google Shape;35;p2"/>
          <p:cNvSpPr txBox="1"/>
          <p:nvPr>
            <p:ph idx="16" type="body"/>
          </p:nvPr>
        </p:nvSpPr>
        <p:spPr>
          <a:xfrm>
            <a:off x="33206811" y="28726590"/>
            <a:ext cx="10248901" cy="846363"/>
          </a:xfrm>
          <a:prstGeom prst="rect">
            <a:avLst/>
          </a:prstGeom>
          <a:noFill/>
          <a:ln>
            <a:noFill/>
          </a:ln>
        </p:spPr>
        <p:txBody>
          <a:bodyPr anchorCtr="0" anchor="t" bIns="228575" lIns="228575" spcFirstLastPara="1" rIns="228575" wrap="square" tIns="228575">
            <a:spAutoFit/>
          </a:bodyPr>
          <a:lstStyle>
            <a:lvl1pPr indent="-228600" lvl="0" marL="457200" marR="0" rtl="0" algn="l">
              <a:spcBef>
                <a:spcPts val="500"/>
              </a:spcBef>
              <a:spcAft>
                <a:spcPts val="0"/>
              </a:spcAft>
              <a:buClr>
                <a:srgbClr val="1F3864"/>
              </a:buClr>
              <a:buSzPts val="2500"/>
              <a:buFont typeface="Arial"/>
              <a:buNone/>
              <a:defRPr b="0" i="0" sz="2500" u="none" cap="none" strike="noStrike">
                <a:solidFill>
                  <a:srgbClr val="1F3864"/>
                </a:solidFill>
                <a:latin typeface="Century Gothic"/>
                <a:ea typeface="Century Gothic"/>
                <a:cs typeface="Century Gothic"/>
                <a:sym typeface="Century Gothic"/>
              </a:defRPr>
            </a:lvl1pPr>
            <a:lvl2pPr indent="-387350" lvl="1" marL="914400" marR="0" rtl="0" algn="l">
              <a:spcBef>
                <a:spcPts val="500"/>
              </a:spcBef>
              <a:spcAft>
                <a:spcPts val="0"/>
              </a:spcAft>
              <a:buClr>
                <a:schemeClr val="dk1"/>
              </a:buClr>
              <a:buSzPts val="2500"/>
              <a:buFont typeface="Arial"/>
              <a:buChar char="–"/>
              <a:defRPr b="0" i="0" sz="2500" u="none" cap="none" strike="noStrike">
                <a:solidFill>
                  <a:schemeClr val="dk1"/>
                </a:solidFill>
                <a:latin typeface="Trebuchet MS"/>
                <a:ea typeface="Trebuchet MS"/>
                <a:cs typeface="Trebuchet MS"/>
                <a:sym typeface="Trebuchet MS"/>
              </a:defRPr>
            </a:lvl2pPr>
            <a:lvl3pPr indent="-387350" lvl="2" marL="1371600" marR="0" rtl="0" algn="l">
              <a:spcBef>
                <a:spcPts val="500"/>
              </a:spcBef>
              <a:spcAft>
                <a:spcPts val="0"/>
              </a:spcAft>
              <a:buClr>
                <a:schemeClr val="dk1"/>
              </a:buClr>
              <a:buSzPts val="2500"/>
              <a:buFont typeface="Arial"/>
              <a:buChar char="•"/>
              <a:defRPr b="0" i="0" sz="2500" u="none" cap="none" strike="noStrike">
                <a:solidFill>
                  <a:schemeClr val="dk1"/>
                </a:solidFill>
                <a:latin typeface="Trebuchet MS"/>
                <a:ea typeface="Trebuchet MS"/>
                <a:cs typeface="Trebuchet MS"/>
                <a:sym typeface="Trebuchet MS"/>
              </a:defRPr>
            </a:lvl3pPr>
            <a:lvl4pPr indent="-387350" lvl="3" marL="1828800" marR="0" rtl="0" algn="l">
              <a:spcBef>
                <a:spcPts val="500"/>
              </a:spcBef>
              <a:spcAft>
                <a:spcPts val="0"/>
              </a:spcAft>
              <a:buClr>
                <a:schemeClr val="dk1"/>
              </a:buClr>
              <a:buSzPts val="2500"/>
              <a:buFont typeface="Arial"/>
              <a:buChar char="–"/>
              <a:defRPr b="0" i="0" sz="2500" u="none" cap="none" strike="noStrike">
                <a:solidFill>
                  <a:schemeClr val="dk1"/>
                </a:solidFill>
                <a:latin typeface="Trebuchet MS"/>
                <a:ea typeface="Trebuchet MS"/>
                <a:cs typeface="Trebuchet MS"/>
                <a:sym typeface="Trebuchet MS"/>
              </a:defRPr>
            </a:lvl4pPr>
            <a:lvl5pPr indent="-387350" lvl="4" marL="2286000" marR="0" rtl="0" algn="l">
              <a:spcBef>
                <a:spcPts val="500"/>
              </a:spcBef>
              <a:spcAft>
                <a:spcPts val="0"/>
              </a:spcAft>
              <a:buClr>
                <a:schemeClr val="dk1"/>
              </a:buClr>
              <a:buSzPts val="2500"/>
              <a:buFont typeface="Arial"/>
              <a:buChar char="»"/>
              <a:defRPr b="0" i="0" sz="2500" u="none" cap="none" strike="noStrike">
                <a:solidFill>
                  <a:schemeClr val="dk1"/>
                </a:solidFill>
                <a:latin typeface="Trebuchet MS"/>
                <a:ea typeface="Trebuchet MS"/>
                <a:cs typeface="Trebuchet MS"/>
                <a:sym typeface="Trebuchet MS"/>
              </a:defRPr>
            </a:lvl5pPr>
            <a:lvl6pPr indent="-838200" lvl="5" marL="2743200" marR="0" rtl="0" algn="l">
              <a:spcBef>
                <a:spcPts val="1920"/>
              </a:spcBef>
              <a:spcAft>
                <a:spcPts val="0"/>
              </a:spcAft>
              <a:buClr>
                <a:schemeClr val="dk1"/>
              </a:buClr>
              <a:buSzPts val="9600"/>
              <a:buFont typeface="Arial"/>
              <a:buChar char="•"/>
              <a:defRPr b="0" i="0" sz="9600" u="none" cap="none" strike="noStrike">
                <a:solidFill>
                  <a:schemeClr val="dk1"/>
                </a:solidFill>
                <a:latin typeface="Calibri"/>
                <a:ea typeface="Calibri"/>
                <a:cs typeface="Calibri"/>
                <a:sym typeface="Calibri"/>
              </a:defRPr>
            </a:lvl6pPr>
            <a:lvl7pPr indent="-838200" lvl="6" marL="3200400" marR="0" rtl="0" algn="l">
              <a:spcBef>
                <a:spcPts val="1920"/>
              </a:spcBef>
              <a:spcAft>
                <a:spcPts val="0"/>
              </a:spcAft>
              <a:buClr>
                <a:schemeClr val="dk1"/>
              </a:buClr>
              <a:buSzPts val="9600"/>
              <a:buFont typeface="Arial"/>
              <a:buChar char="•"/>
              <a:defRPr b="0" i="0" sz="9600" u="none" cap="none" strike="noStrike">
                <a:solidFill>
                  <a:schemeClr val="dk1"/>
                </a:solidFill>
                <a:latin typeface="Calibri"/>
                <a:ea typeface="Calibri"/>
                <a:cs typeface="Calibri"/>
                <a:sym typeface="Calibri"/>
              </a:defRPr>
            </a:lvl7pPr>
            <a:lvl8pPr indent="-838200" lvl="7" marL="3657600" marR="0" rtl="0" algn="l">
              <a:spcBef>
                <a:spcPts val="1920"/>
              </a:spcBef>
              <a:spcAft>
                <a:spcPts val="0"/>
              </a:spcAft>
              <a:buClr>
                <a:schemeClr val="dk1"/>
              </a:buClr>
              <a:buSzPts val="9600"/>
              <a:buFont typeface="Arial"/>
              <a:buChar char="•"/>
              <a:defRPr b="0" i="0" sz="9600" u="none" cap="none" strike="noStrike">
                <a:solidFill>
                  <a:schemeClr val="dk1"/>
                </a:solidFill>
                <a:latin typeface="Calibri"/>
                <a:ea typeface="Calibri"/>
                <a:cs typeface="Calibri"/>
                <a:sym typeface="Calibri"/>
              </a:defRPr>
            </a:lvl8pPr>
            <a:lvl9pPr indent="-838200" lvl="8" marL="4114800" marR="0" rtl="0" algn="l">
              <a:spcBef>
                <a:spcPts val="1920"/>
              </a:spcBef>
              <a:spcAft>
                <a:spcPts val="0"/>
              </a:spcAft>
              <a:buClr>
                <a:schemeClr val="dk1"/>
              </a:buClr>
              <a:buSzPts val="9600"/>
              <a:buFont typeface="Arial"/>
              <a:buChar char="•"/>
              <a:defRPr b="0" i="0" sz="9600" u="none" cap="none" strike="noStrike">
                <a:solidFill>
                  <a:schemeClr val="dk1"/>
                </a:solidFill>
                <a:latin typeface="Calibri"/>
                <a:ea typeface="Calibri"/>
                <a:cs typeface="Calibri"/>
                <a:sym typeface="Calibri"/>
              </a:defRPr>
            </a:lvl9pPr>
          </a:lstStyle>
          <a:p/>
        </p:txBody>
      </p:sp>
      <p:sp>
        <p:nvSpPr>
          <p:cNvPr id="36" name="Google Shape;36;p2"/>
          <p:cNvSpPr txBox="1"/>
          <p:nvPr>
            <p:ph idx="17" type="body"/>
          </p:nvPr>
        </p:nvSpPr>
        <p:spPr>
          <a:xfrm>
            <a:off x="453890" y="15000538"/>
            <a:ext cx="10290310" cy="846363"/>
          </a:xfrm>
          <a:prstGeom prst="rect">
            <a:avLst/>
          </a:prstGeom>
          <a:noFill/>
          <a:ln>
            <a:noFill/>
          </a:ln>
        </p:spPr>
        <p:txBody>
          <a:bodyPr anchorCtr="0" anchor="t" bIns="228575" lIns="228575" spcFirstLastPara="1" rIns="228575" wrap="square" tIns="228575">
            <a:spAutoFit/>
          </a:bodyPr>
          <a:lstStyle>
            <a:lvl1pPr indent="-228600" lvl="0" marL="457200" marR="0" rtl="0" algn="l">
              <a:spcBef>
                <a:spcPts val="500"/>
              </a:spcBef>
              <a:spcAft>
                <a:spcPts val="0"/>
              </a:spcAft>
              <a:buClr>
                <a:srgbClr val="1F3864"/>
              </a:buClr>
              <a:buSzPts val="2500"/>
              <a:buFont typeface="Arial"/>
              <a:buNone/>
              <a:defRPr b="0" i="0" sz="2500" u="none" cap="none" strike="noStrike">
                <a:solidFill>
                  <a:srgbClr val="1F3864"/>
                </a:solidFill>
                <a:latin typeface="Century Gothic"/>
                <a:ea typeface="Century Gothic"/>
                <a:cs typeface="Century Gothic"/>
                <a:sym typeface="Century Gothic"/>
              </a:defRPr>
            </a:lvl1pPr>
            <a:lvl2pPr indent="-387350" lvl="1" marL="914400" marR="0" rtl="0" algn="l">
              <a:spcBef>
                <a:spcPts val="500"/>
              </a:spcBef>
              <a:spcAft>
                <a:spcPts val="0"/>
              </a:spcAft>
              <a:buClr>
                <a:schemeClr val="dk1"/>
              </a:buClr>
              <a:buSzPts val="2500"/>
              <a:buFont typeface="Arial"/>
              <a:buChar char="–"/>
              <a:defRPr b="0" i="0" sz="2500" u="none" cap="none" strike="noStrike">
                <a:solidFill>
                  <a:schemeClr val="dk1"/>
                </a:solidFill>
                <a:latin typeface="Trebuchet MS"/>
                <a:ea typeface="Trebuchet MS"/>
                <a:cs typeface="Trebuchet MS"/>
                <a:sym typeface="Trebuchet MS"/>
              </a:defRPr>
            </a:lvl2pPr>
            <a:lvl3pPr indent="-387350" lvl="2" marL="1371600" marR="0" rtl="0" algn="l">
              <a:spcBef>
                <a:spcPts val="500"/>
              </a:spcBef>
              <a:spcAft>
                <a:spcPts val="0"/>
              </a:spcAft>
              <a:buClr>
                <a:schemeClr val="dk1"/>
              </a:buClr>
              <a:buSzPts val="2500"/>
              <a:buFont typeface="Arial"/>
              <a:buChar char="•"/>
              <a:defRPr b="0" i="0" sz="2500" u="none" cap="none" strike="noStrike">
                <a:solidFill>
                  <a:schemeClr val="dk1"/>
                </a:solidFill>
                <a:latin typeface="Trebuchet MS"/>
                <a:ea typeface="Trebuchet MS"/>
                <a:cs typeface="Trebuchet MS"/>
                <a:sym typeface="Trebuchet MS"/>
              </a:defRPr>
            </a:lvl3pPr>
            <a:lvl4pPr indent="-387350" lvl="3" marL="1828800" marR="0" rtl="0" algn="l">
              <a:spcBef>
                <a:spcPts val="500"/>
              </a:spcBef>
              <a:spcAft>
                <a:spcPts val="0"/>
              </a:spcAft>
              <a:buClr>
                <a:schemeClr val="dk1"/>
              </a:buClr>
              <a:buSzPts val="2500"/>
              <a:buFont typeface="Arial"/>
              <a:buChar char="–"/>
              <a:defRPr b="0" i="0" sz="2500" u="none" cap="none" strike="noStrike">
                <a:solidFill>
                  <a:schemeClr val="dk1"/>
                </a:solidFill>
                <a:latin typeface="Trebuchet MS"/>
                <a:ea typeface="Trebuchet MS"/>
                <a:cs typeface="Trebuchet MS"/>
                <a:sym typeface="Trebuchet MS"/>
              </a:defRPr>
            </a:lvl4pPr>
            <a:lvl5pPr indent="-387350" lvl="4" marL="2286000" marR="0" rtl="0" algn="l">
              <a:spcBef>
                <a:spcPts val="500"/>
              </a:spcBef>
              <a:spcAft>
                <a:spcPts val="0"/>
              </a:spcAft>
              <a:buClr>
                <a:schemeClr val="dk1"/>
              </a:buClr>
              <a:buSzPts val="2500"/>
              <a:buFont typeface="Arial"/>
              <a:buChar char="»"/>
              <a:defRPr b="0" i="0" sz="2500" u="none" cap="none" strike="noStrike">
                <a:solidFill>
                  <a:schemeClr val="dk1"/>
                </a:solidFill>
                <a:latin typeface="Trebuchet MS"/>
                <a:ea typeface="Trebuchet MS"/>
                <a:cs typeface="Trebuchet MS"/>
                <a:sym typeface="Trebuchet MS"/>
              </a:defRPr>
            </a:lvl5pPr>
            <a:lvl6pPr indent="-838200" lvl="5" marL="2743200" marR="0" rtl="0" algn="l">
              <a:spcBef>
                <a:spcPts val="1920"/>
              </a:spcBef>
              <a:spcAft>
                <a:spcPts val="0"/>
              </a:spcAft>
              <a:buClr>
                <a:schemeClr val="dk1"/>
              </a:buClr>
              <a:buSzPts val="9600"/>
              <a:buFont typeface="Arial"/>
              <a:buChar char="•"/>
              <a:defRPr b="0" i="0" sz="9600" u="none" cap="none" strike="noStrike">
                <a:solidFill>
                  <a:schemeClr val="dk1"/>
                </a:solidFill>
                <a:latin typeface="Calibri"/>
                <a:ea typeface="Calibri"/>
                <a:cs typeface="Calibri"/>
                <a:sym typeface="Calibri"/>
              </a:defRPr>
            </a:lvl6pPr>
            <a:lvl7pPr indent="-838200" lvl="6" marL="3200400" marR="0" rtl="0" algn="l">
              <a:spcBef>
                <a:spcPts val="1920"/>
              </a:spcBef>
              <a:spcAft>
                <a:spcPts val="0"/>
              </a:spcAft>
              <a:buClr>
                <a:schemeClr val="dk1"/>
              </a:buClr>
              <a:buSzPts val="9600"/>
              <a:buFont typeface="Arial"/>
              <a:buChar char="•"/>
              <a:defRPr b="0" i="0" sz="9600" u="none" cap="none" strike="noStrike">
                <a:solidFill>
                  <a:schemeClr val="dk1"/>
                </a:solidFill>
                <a:latin typeface="Calibri"/>
                <a:ea typeface="Calibri"/>
                <a:cs typeface="Calibri"/>
                <a:sym typeface="Calibri"/>
              </a:defRPr>
            </a:lvl7pPr>
            <a:lvl8pPr indent="-838200" lvl="7" marL="3657600" marR="0" rtl="0" algn="l">
              <a:spcBef>
                <a:spcPts val="1920"/>
              </a:spcBef>
              <a:spcAft>
                <a:spcPts val="0"/>
              </a:spcAft>
              <a:buClr>
                <a:schemeClr val="dk1"/>
              </a:buClr>
              <a:buSzPts val="9600"/>
              <a:buFont typeface="Arial"/>
              <a:buChar char="•"/>
              <a:defRPr b="0" i="0" sz="9600" u="none" cap="none" strike="noStrike">
                <a:solidFill>
                  <a:schemeClr val="dk1"/>
                </a:solidFill>
                <a:latin typeface="Calibri"/>
                <a:ea typeface="Calibri"/>
                <a:cs typeface="Calibri"/>
                <a:sym typeface="Calibri"/>
              </a:defRPr>
            </a:lvl8pPr>
            <a:lvl9pPr indent="-838200" lvl="8" marL="4114800" marR="0" rtl="0" algn="l">
              <a:spcBef>
                <a:spcPts val="1920"/>
              </a:spcBef>
              <a:spcAft>
                <a:spcPts val="0"/>
              </a:spcAft>
              <a:buClr>
                <a:schemeClr val="dk1"/>
              </a:buClr>
              <a:buSzPts val="9600"/>
              <a:buFont typeface="Arial"/>
              <a:buChar char="•"/>
              <a:defRPr b="0" i="0" sz="9600" u="none" cap="none" strike="noStrike">
                <a:solidFill>
                  <a:schemeClr val="dk1"/>
                </a:solidFill>
                <a:latin typeface="Calibri"/>
                <a:ea typeface="Calibri"/>
                <a:cs typeface="Calibri"/>
                <a:sym typeface="Calibri"/>
              </a:defRPr>
            </a:lvl9pPr>
          </a:lstStyle>
          <a:p/>
        </p:txBody>
      </p:sp>
      <p:sp>
        <p:nvSpPr>
          <p:cNvPr id="37" name="Google Shape;37;p2"/>
          <p:cNvSpPr txBox="1"/>
          <p:nvPr>
            <p:ph idx="18" type="body"/>
          </p:nvPr>
        </p:nvSpPr>
        <p:spPr>
          <a:xfrm>
            <a:off x="5747667" y="3407994"/>
            <a:ext cx="32526496" cy="584775"/>
          </a:xfrm>
          <a:prstGeom prst="rect">
            <a:avLst/>
          </a:prstGeom>
          <a:noFill/>
          <a:ln>
            <a:noFill/>
          </a:ln>
        </p:spPr>
        <p:txBody>
          <a:bodyPr anchorCtr="0" anchor="t" bIns="45700" lIns="91425" spcFirstLastPara="1" rIns="91425" wrap="square" tIns="45700">
            <a:spAutoFit/>
          </a:bodyPr>
          <a:lstStyle>
            <a:lvl1pPr indent="-228600" lvl="0" marL="457200" marR="0" rtl="0" algn="ctr">
              <a:spcBef>
                <a:spcPts val="640"/>
              </a:spcBef>
              <a:spcAft>
                <a:spcPts val="0"/>
              </a:spcAft>
              <a:buClr>
                <a:schemeClr val="lt1"/>
              </a:buClr>
              <a:buSzPts val="3200"/>
              <a:buFont typeface="Arial"/>
              <a:buNone/>
              <a:defRPr b="0" i="0" sz="3200" u="none" cap="none" strike="noStrike">
                <a:solidFill>
                  <a:schemeClr val="lt1"/>
                </a:solidFill>
                <a:latin typeface="Century Gothic"/>
                <a:ea typeface="Century Gothic"/>
                <a:cs typeface="Century Gothic"/>
                <a:sym typeface="Century Gothic"/>
              </a:defRPr>
            </a:lvl1pPr>
            <a:lvl2pPr indent="-228600" lvl="1" marL="914400" marR="0" rtl="0" algn="l">
              <a:spcBef>
                <a:spcPts val="1440"/>
              </a:spcBef>
              <a:spcAft>
                <a:spcPts val="0"/>
              </a:spcAft>
              <a:buClr>
                <a:schemeClr val="dk1"/>
              </a:buClr>
              <a:buSzPts val="7200"/>
              <a:buFont typeface="Arial"/>
              <a:buNone/>
              <a:defRPr b="0" i="0" sz="7200" u="none" cap="none" strike="noStrike">
                <a:solidFill>
                  <a:schemeClr val="dk1"/>
                </a:solidFill>
                <a:latin typeface="Calibri"/>
                <a:ea typeface="Calibri"/>
                <a:cs typeface="Calibri"/>
                <a:sym typeface="Calibri"/>
              </a:defRPr>
            </a:lvl2pPr>
            <a:lvl3pPr indent="-228600" lvl="2" marL="1371600" marR="0" rtl="0" algn="l">
              <a:spcBef>
                <a:spcPts val="1440"/>
              </a:spcBef>
              <a:spcAft>
                <a:spcPts val="0"/>
              </a:spcAft>
              <a:buClr>
                <a:schemeClr val="dk1"/>
              </a:buClr>
              <a:buSzPts val="7200"/>
              <a:buFont typeface="Arial"/>
              <a:buNone/>
              <a:defRPr b="0" i="0" sz="7200" u="none" cap="none" strike="noStrike">
                <a:solidFill>
                  <a:schemeClr val="dk1"/>
                </a:solidFill>
                <a:latin typeface="Calibri"/>
                <a:ea typeface="Calibri"/>
                <a:cs typeface="Calibri"/>
                <a:sym typeface="Calibri"/>
              </a:defRPr>
            </a:lvl3pPr>
            <a:lvl4pPr indent="-228600" lvl="3" marL="1828800" marR="0" rtl="0" algn="l">
              <a:spcBef>
                <a:spcPts val="1440"/>
              </a:spcBef>
              <a:spcAft>
                <a:spcPts val="0"/>
              </a:spcAft>
              <a:buClr>
                <a:schemeClr val="dk1"/>
              </a:buClr>
              <a:buSzPts val="7200"/>
              <a:buFont typeface="Arial"/>
              <a:buNone/>
              <a:defRPr b="0" i="0" sz="7200" u="none" cap="none" strike="noStrike">
                <a:solidFill>
                  <a:schemeClr val="dk1"/>
                </a:solidFill>
                <a:latin typeface="Calibri"/>
                <a:ea typeface="Calibri"/>
                <a:cs typeface="Calibri"/>
                <a:sym typeface="Calibri"/>
              </a:defRPr>
            </a:lvl4pPr>
            <a:lvl5pPr indent="-228600" lvl="4" marL="2286000" marR="0" rtl="0" algn="l">
              <a:spcBef>
                <a:spcPts val="1440"/>
              </a:spcBef>
              <a:spcAft>
                <a:spcPts val="0"/>
              </a:spcAft>
              <a:buClr>
                <a:schemeClr val="dk1"/>
              </a:buClr>
              <a:buSzPts val="7200"/>
              <a:buFont typeface="Arial"/>
              <a:buNone/>
              <a:defRPr b="0" i="0" sz="7200" u="none" cap="none" strike="noStrike">
                <a:solidFill>
                  <a:schemeClr val="dk1"/>
                </a:solidFill>
                <a:latin typeface="Calibri"/>
                <a:ea typeface="Calibri"/>
                <a:cs typeface="Calibri"/>
                <a:sym typeface="Calibri"/>
              </a:defRPr>
            </a:lvl5pPr>
            <a:lvl6pPr indent="-838200" lvl="5" marL="2743200" marR="0" rtl="0" algn="l">
              <a:spcBef>
                <a:spcPts val="1920"/>
              </a:spcBef>
              <a:spcAft>
                <a:spcPts val="0"/>
              </a:spcAft>
              <a:buClr>
                <a:schemeClr val="dk1"/>
              </a:buClr>
              <a:buSzPts val="9600"/>
              <a:buFont typeface="Arial"/>
              <a:buChar char="•"/>
              <a:defRPr b="0" i="0" sz="9600" u="none" cap="none" strike="noStrike">
                <a:solidFill>
                  <a:schemeClr val="dk1"/>
                </a:solidFill>
                <a:latin typeface="Calibri"/>
                <a:ea typeface="Calibri"/>
                <a:cs typeface="Calibri"/>
                <a:sym typeface="Calibri"/>
              </a:defRPr>
            </a:lvl6pPr>
            <a:lvl7pPr indent="-838200" lvl="6" marL="3200400" marR="0" rtl="0" algn="l">
              <a:spcBef>
                <a:spcPts val="1920"/>
              </a:spcBef>
              <a:spcAft>
                <a:spcPts val="0"/>
              </a:spcAft>
              <a:buClr>
                <a:schemeClr val="dk1"/>
              </a:buClr>
              <a:buSzPts val="9600"/>
              <a:buFont typeface="Arial"/>
              <a:buChar char="•"/>
              <a:defRPr b="0" i="0" sz="9600" u="none" cap="none" strike="noStrike">
                <a:solidFill>
                  <a:schemeClr val="dk1"/>
                </a:solidFill>
                <a:latin typeface="Calibri"/>
                <a:ea typeface="Calibri"/>
                <a:cs typeface="Calibri"/>
                <a:sym typeface="Calibri"/>
              </a:defRPr>
            </a:lvl7pPr>
            <a:lvl8pPr indent="-838200" lvl="7" marL="3657600" marR="0" rtl="0" algn="l">
              <a:spcBef>
                <a:spcPts val="1920"/>
              </a:spcBef>
              <a:spcAft>
                <a:spcPts val="0"/>
              </a:spcAft>
              <a:buClr>
                <a:schemeClr val="dk1"/>
              </a:buClr>
              <a:buSzPts val="9600"/>
              <a:buFont typeface="Arial"/>
              <a:buChar char="•"/>
              <a:defRPr b="0" i="0" sz="9600" u="none" cap="none" strike="noStrike">
                <a:solidFill>
                  <a:schemeClr val="dk1"/>
                </a:solidFill>
                <a:latin typeface="Calibri"/>
                <a:ea typeface="Calibri"/>
                <a:cs typeface="Calibri"/>
                <a:sym typeface="Calibri"/>
              </a:defRPr>
            </a:lvl8pPr>
            <a:lvl9pPr indent="-838200" lvl="8" marL="4114800" marR="0" rtl="0" algn="l">
              <a:spcBef>
                <a:spcPts val="1920"/>
              </a:spcBef>
              <a:spcAft>
                <a:spcPts val="0"/>
              </a:spcAft>
              <a:buClr>
                <a:schemeClr val="dk1"/>
              </a:buClr>
              <a:buSzPts val="9600"/>
              <a:buFont typeface="Arial"/>
              <a:buChar char="•"/>
              <a:defRPr b="0" i="0" sz="9600" u="none" cap="none" strike="noStrike">
                <a:solidFill>
                  <a:schemeClr val="dk1"/>
                </a:solidFill>
                <a:latin typeface="Calibri"/>
                <a:ea typeface="Calibri"/>
                <a:cs typeface="Calibri"/>
                <a:sym typeface="Calibri"/>
              </a:defRPr>
            </a:lvl9pPr>
          </a:lstStyle>
          <a:p/>
        </p:txBody>
      </p:sp>
      <p:sp>
        <p:nvSpPr>
          <p:cNvPr id="38" name="Google Shape;38;p2"/>
          <p:cNvSpPr txBox="1"/>
          <p:nvPr>
            <p:ph idx="19" type="body"/>
          </p:nvPr>
        </p:nvSpPr>
        <p:spPr>
          <a:xfrm>
            <a:off x="5747667" y="2337064"/>
            <a:ext cx="32526496" cy="769441"/>
          </a:xfrm>
          <a:prstGeom prst="rect">
            <a:avLst/>
          </a:prstGeom>
          <a:noFill/>
          <a:ln>
            <a:noFill/>
          </a:ln>
        </p:spPr>
        <p:txBody>
          <a:bodyPr anchorCtr="0" anchor="t" bIns="45700" lIns="91425" spcFirstLastPara="1" rIns="91425" wrap="square" tIns="45700">
            <a:spAutoFit/>
          </a:bodyPr>
          <a:lstStyle>
            <a:lvl1pPr indent="-228600" lvl="0" marL="457200" marR="0" rtl="0" algn="ctr">
              <a:spcBef>
                <a:spcPts val="880"/>
              </a:spcBef>
              <a:spcAft>
                <a:spcPts val="0"/>
              </a:spcAft>
              <a:buClr>
                <a:schemeClr val="lt1"/>
              </a:buClr>
              <a:buSzPts val="4400"/>
              <a:buFont typeface="Arial"/>
              <a:buNone/>
              <a:defRPr b="0" i="0" sz="4400" u="none" cap="none" strike="noStrike">
                <a:solidFill>
                  <a:schemeClr val="lt1"/>
                </a:solidFill>
                <a:latin typeface="Century Gothic"/>
                <a:ea typeface="Century Gothic"/>
                <a:cs typeface="Century Gothic"/>
                <a:sym typeface="Century Gothic"/>
              </a:defRPr>
            </a:lvl1pPr>
            <a:lvl2pPr indent="-228600" lvl="1" marL="914400" marR="0" rtl="0" algn="l">
              <a:spcBef>
                <a:spcPts val="1440"/>
              </a:spcBef>
              <a:spcAft>
                <a:spcPts val="0"/>
              </a:spcAft>
              <a:buClr>
                <a:schemeClr val="dk1"/>
              </a:buClr>
              <a:buSzPts val="7200"/>
              <a:buFont typeface="Arial"/>
              <a:buNone/>
              <a:defRPr b="0" i="0" sz="7200" u="none" cap="none" strike="noStrike">
                <a:solidFill>
                  <a:schemeClr val="dk1"/>
                </a:solidFill>
                <a:latin typeface="Calibri"/>
                <a:ea typeface="Calibri"/>
                <a:cs typeface="Calibri"/>
                <a:sym typeface="Calibri"/>
              </a:defRPr>
            </a:lvl2pPr>
            <a:lvl3pPr indent="-228600" lvl="2" marL="1371600" marR="0" rtl="0" algn="l">
              <a:spcBef>
                <a:spcPts val="1440"/>
              </a:spcBef>
              <a:spcAft>
                <a:spcPts val="0"/>
              </a:spcAft>
              <a:buClr>
                <a:schemeClr val="dk1"/>
              </a:buClr>
              <a:buSzPts val="7200"/>
              <a:buFont typeface="Arial"/>
              <a:buNone/>
              <a:defRPr b="0" i="0" sz="7200" u="none" cap="none" strike="noStrike">
                <a:solidFill>
                  <a:schemeClr val="dk1"/>
                </a:solidFill>
                <a:latin typeface="Calibri"/>
                <a:ea typeface="Calibri"/>
                <a:cs typeface="Calibri"/>
                <a:sym typeface="Calibri"/>
              </a:defRPr>
            </a:lvl3pPr>
            <a:lvl4pPr indent="-228600" lvl="3" marL="1828800" marR="0" rtl="0" algn="l">
              <a:spcBef>
                <a:spcPts val="1440"/>
              </a:spcBef>
              <a:spcAft>
                <a:spcPts val="0"/>
              </a:spcAft>
              <a:buClr>
                <a:schemeClr val="dk1"/>
              </a:buClr>
              <a:buSzPts val="7200"/>
              <a:buFont typeface="Arial"/>
              <a:buNone/>
              <a:defRPr b="0" i="0" sz="7200" u="none" cap="none" strike="noStrike">
                <a:solidFill>
                  <a:schemeClr val="dk1"/>
                </a:solidFill>
                <a:latin typeface="Calibri"/>
                <a:ea typeface="Calibri"/>
                <a:cs typeface="Calibri"/>
                <a:sym typeface="Calibri"/>
              </a:defRPr>
            </a:lvl4pPr>
            <a:lvl5pPr indent="-228600" lvl="4" marL="2286000" marR="0" rtl="0" algn="l">
              <a:spcBef>
                <a:spcPts val="1440"/>
              </a:spcBef>
              <a:spcAft>
                <a:spcPts val="0"/>
              </a:spcAft>
              <a:buClr>
                <a:schemeClr val="dk1"/>
              </a:buClr>
              <a:buSzPts val="7200"/>
              <a:buFont typeface="Arial"/>
              <a:buNone/>
              <a:defRPr b="0" i="0" sz="7200" u="none" cap="none" strike="noStrike">
                <a:solidFill>
                  <a:schemeClr val="dk1"/>
                </a:solidFill>
                <a:latin typeface="Calibri"/>
                <a:ea typeface="Calibri"/>
                <a:cs typeface="Calibri"/>
                <a:sym typeface="Calibri"/>
              </a:defRPr>
            </a:lvl5pPr>
            <a:lvl6pPr indent="-838200" lvl="5" marL="2743200" marR="0" rtl="0" algn="l">
              <a:spcBef>
                <a:spcPts val="1920"/>
              </a:spcBef>
              <a:spcAft>
                <a:spcPts val="0"/>
              </a:spcAft>
              <a:buClr>
                <a:schemeClr val="dk1"/>
              </a:buClr>
              <a:buSzPts val="9600"/>
              <a:buFont typeface="Arial"/>
              <a:buChar char="•"/>
              <a:defRPr b="0" i="0" sz="9600" u="none" cap="none" strike="noStrike">
                <a:solidFill>
                  <a:schemeClr val="dk1"/>
                </a:solidFill>
                <a:latin typeface="Calibri"/>
                <a:ea typeface="Calibri"/>
                <a:cs typeface="Calibri"/>
                <a:sym typeface="Calibri"/>
              </a:defRPr>
            </a:lvl6pPr>
            <a:lvl7pPr indent="-838200" lvl="6" marL="3200400" marR="0" rtl="0" algn="l">
              <a:spcBef>
                <a:spcPts val="1920"/>
              </a:spcBef>
              <a:spcAft>
                <a:spcPts val="0"/>
              </a:spcAft>
              <a:buClr>
                <a:schemeClr val="dk1"/>
              </a:buClr>
              <a:buSzPts val="9600"/>
              <a:buFont typeface="Arial"/>
              <a:buChar char="•"/>
              <a:defRPr b="0" i="0" sz="9600" u="none" cap="none" strike="noStrike">
                <a:solidFill>
                  <a:schemeClr val="dk1"/>
                </a:solidFill>
                <a:latin typeface="Calibri"/>
                <a:ea typeface="Calibri"/>
                <a:cs typeface="Calibri"/>
                <a:sym typeface="Calibri"/>
              </a:defRPr>
            </a:lvl7pPr>
            <a:lvl8pPr indent="-838200" lvl="7" marL="3657600" marR="0" rtl="0" algn="l">
              <a:spcBef>
                <a:spcPts val="1920"/>
              </a:spcBef>
              <a:spcAft>
                <a:spcPts val="0"/>
              </a:spcAft>
              <a:buClr>
                <a:schemeClr val="dk1"/>
              </a:buClr>
              <a:buSzPts val="9600"/>
              <a:buFont typeface="Arial"/>
              <a:buChar char="•"/>
              <a:defRPr b="0" i="0" sz="9600" u="none" cap="none" strike="noStrike">
                <a:solidFill>
                  <a:schemeClr val="dk1"/>
                </a:solidFill>
                <a:latin typeface="Calibri"/>
                <a:ea typeface="Calibri"/>
                <a:cs typeface="Calibri"/>
                <a:sym typeface="Calibri"/>
              </a:defRPr>
            </a:lvl8pPr>
            <a:lvl9pPr indent="-838200" lvl="8" marL="4114800" marR="0" rtl="0" algn="l">
              <a:spcBef>
                <a:spcPts val="1920"/>
              </a:spcBef>
              <a:spcAft>
                <a:spcPts val="0"/>
              </a:spcAft>
              <a:buClr>
                <a:schemeClr val="dk1"/>
              </a:buClr>
              <a:buSzPts val="9600"/>
              <a:buFont typeface="Arial"/>
              <a:buChar char="•"/>
              <a:defRPr b="0" i="0" sz="9600" u="none" cap="none" strike="noStrike">
                <a:solidFill>
                  <a:schemeClr val="dk1"/>
                </a:solidFill>
                <a:latin typeface="Calibri"/>
                <a:ea typeface="Calibri"/>
                <a:cs typeface="Calibri"/>
                <a:sym typeface="Calibri"/>
              </a:defRPr>
            </a:lvl9pPr>
          </a:lstStyle>
          <a:p/>
        </p:txBody>
      </p:sp>
      <p:sp>
        <p:nvSpPr>
          <p:cNvPr id="39" name="Google Shape;39;p2"/>
          <p:cNvSpPr txBox="1"/>
          <p:nvPr>
            <p:ph idx="20" type="body"/>
          </p:nvPr>
        </p:nvSpPr>
        <p:spPr>
          <a:xfrm>
            <a:off x="5747667" y="833573"/>
            <a:ext cx="32526496" cy="1010932"/>
          </a:xfrm>
          <a:prstGeom prst="rect">
            <a:avLst/>
          </a:prstGeom>
          <a:noFill/>
          <a:ln>
            <a:noFill/>
          </a:ln>
        </p:spPr>
        <p:txBody>
          <a:bodyPr anchorCtr="0" anchor="t" bIns="45700" lIns="91425" spcFirstLastPara="1" rIns="91425" wrap="square" tIns="45700">
            <a:spAutoFit/>
          </a:bodyPr>
          <a:lstStyle>
            <a:lvl1pPr indent="-228600" lvl="0" marL="457200" marR="0" rtl="0" algn="ctr">
              <a:spcBef>
                <a:spcPts val="1200"/>
              </a:spcBef>
              <a:spcAft>
                <a:spcPts val="0"/>
              </a:spcAft>
              <a:buClr>
                <a:schemeClr val="lt1"/>
              </a:buClr>
              <a:buSzPts val="6000"/>
              <a:buFont typeface="Arial"/>
              <a:buNone/>
              <a:defRPr b="1" i="0" sz="6000" u="none" cap="none" strike="noStrike">
                <a:solidFill>
                  <a:schemeClr val="lt1"/>
                </a:solidFill>
                <a:latin typeface="Century Gothic"/>
                <a:ea typeface="Century Gothic"/>
                <a:cs typeface="Century Gothic"/>
                <a:sym typeface="Century Gothic"/>
              </a:defRPr>
            </a:lvl1pPr>
            <a:lvl2pPr indent="-228600" lvl="1" marL="914400" marR="0" rtl="0" algn="l">
              <a:spcBef>
                <a:spcPts val="1440"/>
              </a:spcBef>
              <a:spcAft>
                <a:spcPts val="0"/>
              </a:spcAft>
              <a:buClr>
                <a:schemeClr val="dk1"/>
              </a:buClr>
              <a:buSzPts val="7200"/>
              <a:buFont typeface="Arial"/>
              <a:buNone/>
              <a:defRPr b="0" i="0" sz="7200" u="none" cap="none" strike="noStrike">
                <a:solidFill>
                  <a:schemeClr val="dk1"/>
                </a:solidFill>
                <a:latin typeface="Calibri"/>
                <a:ea typeface="Calibri"/>
                <a:cs typeface="Calibri"/>
                <a:sym typeface="Calibri"/>
              </a:defRPr>
            </a:lvl2pPr>
            <a:lvl3pPr indent="-228600" lvl="2" marL="1371600" marR="0" rtl="0" algn="l">
              <a:spcBef>
                <a:spcPts val="1440"/>
              </a:spcBef>
              <a:spcAft>
                <a:spcPts val="0"/>
              </a:spcAft>
              <a:buClr>
                <a:schemeClr val="dk1"/>
              </a:buClr>
              <a:buSzPts val="7200"/>
              <a:buFont typeface="Arial"/>
              <a:buNone/>
              <a:defRPr b="0" i="0" sz="7200" u="none" cap="none" strike="noStrike">
                <a:solidFill>
                  <a:schemeClr val="dk1"/>
                </a:solidFill>
                <a:latin typeface="Calibri"/>
                <a:ea typeface="Calibri"/>
                <a:cs typeface="Calibri"/>
                <a:sym typeface="Calibri"/>
              </a:defRPr>
            </a:lvl3pPr>
            <a:lvl4pPr indent="-228600" lvl="3" marL="1828800" marR="0" rtl="0" algn="l">
              <a:spcBef>
                <a:spcPts val="1440"/>
              </a:spcBef>
              <a:spcAft>
                <a:spcPts val="0"/>
              </a:spcAft>
              <a:buClr>
                <a:schemeClr val="dk1"/>
              </a:buClr>
              <a:buSzPts val="7200"/>
              <a:buFont typeface="Arial"/>
              <a:buNone/>
              <a:defRPr b="0" i="0" sz="7200" u="none" cap="none" strike="noStrike">
                <a:solidFill>
                  <a:schemeClr val="dk1"/>
                </a:solidFill>
                <a:latin typeface="Calibri"/>
                <a:ea typeface="Calibri"/>
                <a:cs typeface="Calibri"/>
                <a:sym typeface="Calibri"/>
              </a:defRPr>
            </a:lvl4pPr>
            <a:lvl5pPr indent="-228600" lvl="4" marL="2286000" marR="0" rtl="0" algn="l">
              <a:spcBef>
                <a:spcPts val="1440"/>
              </a:spcBef>
              <a:spcAft>
                <a:spcPts val="0"/>
              </a:spcAft>
              <a:buClr>
                <a:schemeClr val="dk1"/>
              </a:buClr>
              <a:buSzPts val="7200"/>
              <a:buFont typeface="Arial"/>
              <a:buNone/>
              <a:defRPr b="0" i="0" sz="7200" u="none" cap="none" strike="noStrike">
                <a:solidFill>
                  <a:schemeClr val="dk1"/>
                </a:solidFill>
                <a:latin typeface="Calibri"/>
                <a:ea typeface="Calibri"/>
                <a:cs typeface="Calibri"/>
                <a:sym typeface="Calibri"/>
              </a:defRPr>
            </a:lvl5pPr>
            <a:lvl6pPr indent="-838200" lvl="5" marL="2743200" marR="0" rtl="0" algn="l">
              <a:spcBef>
                <a:spcPts val="1920"/>
              </a:spcBef>
              <a:spcAft>
                <a:spcPts val="0"/>
              </a:spcAft>
              <a:buClr>
                <a:schemeClr val="dk1"/>
              </a:buClr>
              <a:buSzPts val="9600"/>
              <a:buFont typeface="Arial"/>
              <a:buChar char="•"/>
              <a:defRPr b="0" i="0" sz="9600" u="none" cap="none" strike="noStrike">
                <a:solidFill>
                  <a:schemeClr val="dk1"/>
                </a:solidFill>
                <a:latin typeface="Calibri"/>
                <a:ea typeface="Calibri"/>
                <a:cs typeface="Calibri"/>
                <a:sym typeface="Calibri"/>
              </a:defRPr>
            </a:lvl6pPr>
            <a:lvl7pPr indent="-838200" lvl="6" marL="3200400" marR="0" rtl="0" algn="l">
              <a:spcBef>
                <a:spcPts val="1920"/>
              </a:spcBef>
              <a:spcAft>
                <a:spcPts val="0"/>
              </a:spcAft>
              <a:buClr>
                <a:schemeClr val="dk1"/>
              </a:buClr>
              <a:buSzPts val="9600"/>
              <a:buFont typeface="Arial"/>
              <a:buChar char="•"/>
              <a:defRPr b="0" i="0" sz="9600" u="none" cap="none" strike="noStrike">
                <a:solidFill>
                  <a:schemeClr val="dk1"/>
                </a:solidFill>
                <a:latin typeface="Calibri"/>
                <a:ea typeface="Calibri"/>
                <a:cs typeface="Calibri"/>
                <a:sym typeface="Calibri"/>
              </a:defRPr>
            </a:lvl7pPr>
            <a:lvl8pPr indent="-838200" lvl="7" marL="3657600" marR="0" rtl="0" algn="l">
              <a:spcBef>
                <a:spcPts val="1920"/>
              </a:spcBef>
              <a:spcAft>
                <a:spcPts val="0"/>
              </a:spcAft>
              <a:buClr>
                <a:schemeClr val="dk1"/>
              </a:buClr>
              <a:buSzPts val="9600"/>
              <a:buFont typeface="Arial"/>
              <a:buChar char="•"/>
              <a:defRPr b="0" i="0" sz="9600" u="none" cap="none" strike="noStrike">
                <a:solidFill>
                  <a:schemeClr val="dk1"/>
                </a:solidFill>
                <a:latin typeface="Calibri"/>
                <a:ea typeface="Calibri"/>
                <a:cs typeface="Calibri"/>
                <a:sym typeface="Calibri"/>
              </a:defRPr>
            </a:lvl8pPr>
            <a:lvl9pPr indent="-838200" lvl="8" marL="4114800" marR="0" rtl="0" algn="l">
              <a:spcBef>
                <a:spcPts val="1920"/>
              </a:spcBef>
              <a:spcAft>
                <a:spcPts val="0"/>
              </a:spcAft>
              <a:buClr>
                <a:schemeClr val="dk1"/>
              </a:buClr>
              <a:buSzPts val="9600"/>
              <a:buFont typeface="Arial"/>
              <a:buChar char="•"/>
              <a:defRPr b="0" i="0" sz="9600" u="none" cap="none" strike="noStrike">
                <a:solidFill>
                  <a:schemeClr val="dk1"/>
                </a:solidFill>
                <a:latin typeface="Calibri"/>
                <a:ea typeface="Calibri"/>
                <a:cs typeface="Calibri"/>
                <a:sym typeface="Calibri"/>
              </a:defRPr>
            </a:lvl9pPr>
          </a:lstStyle>
          <a:p/>
        </p:txBody>
      </p:sp>
    </p:spTree>
  </p:cSld>
  <p:clrMapOvr>
    <a:masterClrMapping/>
  </p:clrMapOvr>
  <p:extLst>
    <p:ext uri="{DCECCB84-F9BA-43D5-87BE-67443E8EF086}">
      <p15:sldGuideLst>
        <p15:guide id="1" orient="horz" pos="3384">
          <p15:clr>
            <a:srgbClr val="FBAE40"/>
          </p15:clr>
        </p15:guide>
        <p15:guide id="2" pos="288">
          <p15:clr>
            <a:srgbClr val="FBAE40"/>
          </p15:clr>
        </p15:guide>
        <p15:guide id="3" pos="27360">
          <p15:clr>
            <a:srgbClr val="FBAE40"/>
          </p15:clr>
        </p15:guide>
        <p15:guide id="4" pos="20904">
          <p15:clr>
            <a:srgbClr val="FBAE40"/>
          </p15:clr>
        </p15:guide>
        <p15:guide id="5" pos="20472">
          <p15:clr>
            <a:srgbClr val="FBAE40"/>
          </p15:clr>
        </p15:guide>
        <p15:guide id="6" pos="13608">
          <p15:clr>
            <a:srgbClr val="FBAE40"/>
          </p15:clr>
        </p15:guide>
        <p15:guide id="7" pos="14040">
          <p15:clr>
            <a:srgbClr val="FBAE40"/>
          </p15:clr>
        </p15:guide>
        <p15:guide id="8" pos="6768">
          <p15:clr>
            <a:srgbClr val="FBAE40"/>
          </p15:clr>
        </p15:guide>
        <p15:guide id="9" pos="7200">
          <p15:clr>
            <a:srgbClr val="FBAE40"/>
          </p15:clr>
        </p15:guide>
        <p15:guide id="10" orient="horz" pos="19776">
          <p15:clr>
            <a:srgbClr val="FBAE40"/>
          </p15:clr>
        </p15:guide>
      </p15:sldGuideLst>
    </p:ext>
  </p:extLst>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6F6F6"/>
        </a:solidFill>
      </p:bgPr>
    </p:bg>
    <p:spTree>
      <p:nvGrpSpPr>
        <p:cNvPr id="9" name="Shape 9"/>
        <p:cNvGrpSpPr/>
        <p:nvPr/>
      </p:nvGrpSpPr>
      <p:grpSpPr>
        <a:xfrm>
          <a:off x="0" y="0"/>
          <a:ext cx="0" cy="0"/>
          <a:chOff x="0" y="0"/>
          <a:chExt cx="0" cy="0"/>
        </a:xfrm>
      </p:grpSpPr>
      <p:sp>
        <p:nvSpPr>
          <p:cNvPr id="10" name="Google Shape;10;p1"/>
          <p:cNvSpPr/>
          <p:nvPr/>
        </p:nvSpPr>
        <p:spPr>
          <a:xfrm rot="5400000">
            <a:off x="-8386270" y="13767451"/>
            <a:ext cx="27542835" cy="10770297"/>
          </a:xfrm>
          <a:prstGeom prst="snipRoundRect">
            <a:avLst>
              <a:gd fmla="val 19860" name="adj1"/>
              <a:gd fmla="val 0" name="adj2"/>
            </a:avLst>
          </a:prstGeom>
          <a:solidFill>
            <a:srgbClr val="DEF1F9"/>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8600" u="none" cap="none" strike="noStrike">
              <a:solidFill>
                <a:schemeClr val="lt1"/>
              </a:solidFill>
              <a:latin typeface="Calibri"/>
              <a:ea typeface="Calibri"/>
              <a:cs typeface="Calibri"/>
              <a:sym typeface="Calibri"/>
            </a:endParaRPr>
          </a:p>
        </p:txBody>
      </p:sp>
      <p:sp>
        <p:nvSpPr>
          <p:cNvPr id="11" name="Google Shape;11;p1"/>
          <p:cNvSpPr/>
          <p:nvPr/>
        </p:nvSpPr>
        <p:spPr>
          <a:xfrm rot="5400000">
            <a:off x="2748131" y="14072171"/>
            <a:ext cx="27542835" cy="10149621"/>
          </a:xfrm>
          <a:prstGeom prst="snipRoundRect">
            <a:avLst>
              <a:gd fmla="val 19860" name="adj1"/>
              <a:gd fmla="val 0" name="adj2"/>
            </a:avLst>
          </a:prstGeom>
          <a:solidFill>
            <a:srgbClr val="DEF1F9"/>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8600" u="none" cap="none" strike="noStrike">
              <a:solidFill>
                <a:schemeClr val="lt1"/>
              </a:solidFill>
              <a:latin typeface="Calibri"/>
              <a:ea typeface="Calibri"/>
              <a:cs typeface="Calibri"/>
              <a:sym typeface="Calibri"/>
            </a:endParaRPr>
          </a:p>
        </p:txBody>
      </p:sp>
      <p:sp>
        <p:nvSpPr>
          <p:cNvPr id="12" name="Google Shape;12;p1"/>
          <p:cNvSpPr/>
          <p:nvPr/>
        </p:nvSpPr>
        <p:spPr>
          <a:xfrm rot="5400000">
            <a:off x="13635742" y="14028324"/>
            <a:ext cx="27548452" cy="10242936"/>
          </a:xfrm>
          <a:prstGeom prst="snipRoundRect">
            <a:avLst>
              <a:gd fmla="val 19860" name="adj1"/>
              <a:gd fmla="val 0" name="adj2"/>
            </a:avLst>
          </a:prstGeom>
          <a:solidFill>
            <a:srgbClr val="DEF1F9"/>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8600" u="none" cap="none" strike="noStrike">
              <a:solidFill>
                <a:schemeClr val="lt1"/>
              </a:solidFill>
              <a:latin typeface="Calibri"/>
              <a:ea typeface="Calibri"/>
              <a:cs typeface="Calibri"/>
              <a:sym typeface="Calibri"/>
            </a:endParaRPr>
          </a:p>
        </p:txBody>
      </p:sp>
      <p:sp>
        <p:nvSpPr>
          <p:cNvPr id="13" name="Google Shape;13;p1"/>
          <p:cNvSpPr/>
          <p:nvPr/>
        </p:nvSpPr>
        <p:spPr>
          <a:xfrm rot="5400000">
            <a:off x="24745607" y="13778425"/>
            <a:ext cx="27542833" cy="10748352"/>
          </a:xfrm>
          <a:prstGeom prst="snipRoundRect">
            <a:avLst>
              <a:gd fmla="val 19860" name="adj1"/>
              <a:gd fmla="val 0" name="adj2"/>
            </a:avLst>
          </a:prstGeom>
          <a:solidFill>
            <a:srgbClr val="DEF1F9"/>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8600" u="none" cap="none" strike="noStrike">
              <a:solidFill>
                <a:schemeClr val="lt1"/>
              </a:solidFill>
              <a:latin typeface="Calibri"/>
              <a:ea typeface="Calibri"/>
              <a:cs typeface="Calibri"/>
              <a:sym typeface="Calibri"/>
            </a:endParaRPr>
          </a:p>
        </p:txBody>
      </p:sp>
      <p:sp>
        <p:nvSpPr>
          <p:cNvPr id="14" name="Google Shape;14;p1"/>
          <p:cNvSpPr/>
          <p:nvPr/>
        </p:nvSpPr>
        <p:spPr>
          <a:xfrm flipH="1">
            <a:off x="-3" y="32076910"/>
            <a:ext cx="41571263" cy="841490"/>
          </a:xfrm>
          <a:custGeom>
            <a:rect b="b" l="l" r="r" t="t"/>
            <a:pathLst>
              <a:path extrusionOk="0" h="841490" w="41571263">
                <a:moveTo>
                  <a:pt x="968398" y="0"/>
                </a:moveTo>
                <a:lnTo>
                  <a:pt x="41571263" y="3290"/>
                </a:lnTo>
                <a:lnTo>
                  <a:pt x="41571263" y="3290"/>
                </a:lnTo>
                <a:lnTo>
                  <a:pt x="41571263" y="841490"/>
                </a:lnTo>
                <a:lnTo>
                  <a:pt x="0" y="841490"/>
                </a:lnTo>
                <a:lnTo>
                  <a:pt x="6579" y="836830"/>
                </a:lnTo>
                <a:cubicBezTo>
                  <a:pt x="52628" y="184348"/>
                  <a:pt x="736935" y="0"/>
                  <a:pt x="968398" y="0"/>
                </a:cubicBezTo>
                <a:close/>
              </a:path>
            </a:pathLst>
          </a:custGeom>
          <a:gradFill>
            <a:gsLst>
              <a:gs pos="0">
                <a:srgbClr val="6D2C8E"/>
              </a:gs>
              <a:gs pos="100000">
                <a:srgbClr val="DA0D89"/>
              </a:gs>
            </a:gsLst>
            <a:lin ang="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8600" u="none" cap="none" strike="noStrike">
              <a:solidFill>
                <a:schemeClr val="lt1"/>
              </a:solidFill>
              <a:latin typeface="Calibri"/>
              <a:ea typeface="Calibri"/>
              <a:cs typeface="Calibri"/>
              <a:sym typeface="Calibri"/>
            </a:endParaRPr>
          </a:p>
        </p:txBody>
      </p:sp>
      <p:sp>
        <p:nvSpPr>
          <p:cNvPr id="15" name="Google Shape;15;p1"/>
          <p:cNvSpPr txBox="1"/>
          <p:nvPr/>
        </p:nvSpPr>
        <p:spPr>
          <a:xfrm>
            <a:off x="1567305" y="32390910"/>
            <a:ext cx="2514600" cy="341436"/>
          </a:xfrm>
          <a:prstGeom prst="rect">
            <a:avLst/>
          </a:prstGeom>
          <a:noFill/>
          <a:ln>
            <a:noFill/>
          </a:ln>
        </p:spPr>
        <p:txBody>
          <a:bodyPr anchorCtr="0" anchor="t" bIns="45600" lIns="91250" spcFirstLastPara="1" rIns="91250" wrap="square" tIns="45600">
            <a:spAutoFit/>
          </a:bodyPr>
          <a:lstStyle/>
          <a:p>
            <a:pPr indent="0" lvl="0" marL="0" marR="0" rtl="0" algn="l">
              <a:lnSpc>
                <a:spcPct val="65000"/>
              </a:lnSpc>
              <a:spcBef>
                <a:spcPts val="0"/>
              </a:spcBef>
              <a:spcAft>
                <a:spcPts val="0"/>
              </a:spcAft>
              <a:buNone/>
            </a:pPr>
            <a:r>
              <a:rPr b="1" i="0" lang="en-US" sz="500" u="none" cap="none" strike="noStrike">
                <a:solidFill>
                  <a:srgbClr val="BFBFBF"/>
                </a:solidFill>
                <a:latin typeface="Arial"/>
                <a:ea typeface="Arial"/>
                <a:cs typeface="Arial"/>
                <a:sym typeface="Arial"/>
              </a:rPr>
              <a:t>RESEARCH POSTER PRESENTATION DESIGN © 2025</a:t>
            </a:r>
            <a:endParaRPr/>
          </a:p>
          <a:p>
            <a:pPr indent="0" lvl="0" marL="0" marR="0" rtl="0" algn="l">
              <a:lnSpc>
                <a:spcPct val="65000"/>
              </a:lnSpc>
              <a:spcBef>
                <a:spcPts val="550"/>
              </a:spcBef>
              <a:spcAft>
                <a:spcPts val="0"/>
              </a:spcAft>
              <a:buNone/>
            </a:pPr>
            <a:r>
              <a:rPr b="1" i="0" lang="en-US" sz="1100" u="none" cap="none" strike="noStrike">
                <a:solidFill>
                  <a:srgbClr val="BFBFBF"/>
                </a:solidFill>
                <a:latin typeface="Arial"/>
                <a:ea typeface="Arial"/>
                <a:cs typeface="Arial"/>
                <a:sym typeface="Arial"/>
              </a:rPr>
              <a:t>www.PosterPresentations.com</a:t>
            </a:r>
            <a:endParaRPr/>
          </a:p>
        </p:txBody>
      </p:sp>
      <p:grpSp>
        <p:nvGrpSpPr>
          <p:cNvPr id="16" name="Google Shape;16;p1"/>
          <p:cNvGrpSpPr/>
          <p:nvPr/>
        </p:nvGrpSpPr>
        <p:grpSpPr>
          <a:xfrm>
            <a:off x="1" y="-4527"/>
            <a:ext cx="43891200" cy="4919427"/>
            <a:chOff x="1" y="-4527"/>
            <a:chExt cx="43891200" cy="4917131"/>
          </a:xfrm>
        </p:grpSpPr>
        <p:sp>
          <p:nvSpPr>
            <p:cNvPr id="17" name="Google Shape;17;p1"/>
            <p:cNvSpPr/>
            <p:nvPr/>
          </p:nvSpPr>
          <p:spPr>
            <a:xfrm flipH="1" rot="10800000">
              <a:off x="1" y="-4527"/>
              <a:ext cx="43891200" cy="4917130"/>
            </a:xfrm>
            <a:prstGeom prst="snipRoundRect">
              <a:avLst>
                <a:gd fmla="val 50000" name="adj1"/>
                <a:gd fmla="val 16667" name="adj2"/>
              </a:avLst>
            </a:prstGeom>
            <a:gradFill>
              <a:gsLst>
                <a:gs pos="0">
                  <a:srgbClr val="6D2C8E"/>
                </a:gs>
                <a:gs pos="100000">
                  <a:srgbClr val="DA0D89"/>
                </a:gs>
              </a:gsLst>
              <a:lin ang="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8600" u="none" cap="none" strike="noStrike">
                <a:solidFill>
                  <a:schemeClr val="lt1"/>
                </a:solidFill>
                <a:latin typeface="Calibri"/>
                <a:ea typeface="Calibri"/>
                <a:cs typeface="Calibri"/>
                <a:sym typeface="Calibri"/>
              </a:endParaRPr>
            </a:p>
          </p:txBody>
        </p:sp>
        <p:sp>
          <p:nvSpPr>
            <p:cNvPr id="18" name="Google Shape;18;p1"/>
            <p:cNvSpPr/>
            <p:nvPr/>
          </p:nvSpPr>
          <p:spPr>
            <a:xfrm>
              <a:off x="35918533" y="-4527"/>
              <a:ext cx="7972667" cy="4917131"/>
            </a:xfrm>
            <a:custGeom>
              <a:rect b="b" l="l" r="r" t="t"/>
              <a:pathLst>
                <a:path extrusionOk="0" h="4917131" w="7968343">
                  <a:moveTo>
                    <a:pt x="5943600" y="0"/>
                  </a:moveTo>
                  <a:lnTo>
                    <a:pt x="7968343" y="0"/>
                  </a:lnTo>
                  <a:lnTo>
                    <a:pt x="7968343" y="4917131"/>
                  </a:lnTo>
                  <a:lnTo>
                    <a:pt x="0" y="4917131"/>
                  </a:lnTo>
                  <a:lnTo>
                    <a:pt x="5943600" y="0"/>
                  </a:lnTo>
                  <a:close/>
                </a:path>
              </a:pathLst>
            </a:custGeom>
            <a:solidFill>
              <a:srgbClr val="313185"/>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8600" u="none" cap="none" strike="noStrike">
                <a:solidFill>
                  <a:schemeClr val="lt1"/>
                </a:solidFill>
                <a:latin typeface="Calibri"/>
                <a:ea typeface="Calibri"/>
                <a:cs typeface="Calibri"/>
                <a:sym typeface="Calibri"/>
              </a:endParaRPr>
            </a:p>
          </p:txBody>
        </p:sp>
        <p:sp>
          <p:nvSpPr>
            <p:cNvPr id="19" name="Google Shape;19;p1"/>
            <p:cNvSpPr/>
            <p:nvPr/>
          </p:nvSpPr>
          <p:spPr>
            <a:xfrm>
              <a:off x="41571285" y="1367073"/>
              <a:ext cx="2319915" cy="3545531"/>
            </a:xfrm>
            <a:custGeom>
              <a:rect b="b" l="l" r="r" t="t"/>
              <a:pathLst>
                <a:path extrusionOk="0" h="3545531" w="2318657">
                  <a:moveTo>
                    <a:pt x="0" y="3545531"/>
                  </a:moveTo>
                  <a:lnTo>
                    <a:pt x="2318657" y="0"/>
                  </a:lnTo>
                  <a:lnTo>
                    <a:pt x="2318657" y="3512874"/>
                  </a:lnTo>
                  <a:lnTo>
                    <a:pt x="0" y="3545531"/>
                  </a:lnTo>
                  <a:close/>
                </a:path>
              </a:pathLst>
            </a:custGeom>
            <a:solidFill>
              <a:srgbClr val="25408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8600" u="none" cap="none" strike="noStrike">
                <a:solidFill>
                  <a:schemeClr val="lt1"/>
                </a:solidFill>
                <a:latin typeface="Calibri"/>
                <a:ea typeface="Calibri"/>
                <a:cs typeface="Calibri"/>
                <a:sym typeface="Calibri"/>
              </a:endParaRPr>
            </a:p>
          </p:txBody>
        </p:sp>
      </p:grpSp>
      <p:graphicFrame>
        <p:nvGraphicFramePr>
          <p:cNvPr id="20" name="Google Shape;20;p1"/>
          <p:cNvGraphicFramePr/>
          <p:nvPr/>
        </p:nvGraphicFramePr>
        <p:xfrm>
          <a:off x="-10858499" y="50891"/>
          <a:ext cx="3000000" cy="3000000"/>
        </p:xfrm>
        <a:graphic>
          <a:graphicData uri="http://schemas.openxmlformats.org/drawingml/2006/table">
            <a:tbl>
              <a:tblPr bandRow="1" firstRow="1">
                <a:noFill/>
                <a:tableStyleId>{3BDE7587-4E86-42DE-B49B-E62EB2135FD8}</a:tableStyleId>
              </a:tblPr>
              <a:tblGrid>
                <a:gridCol w="4192250"/>
                <a:gridCol w="5584625"/>
              </a:tblGrid>
              <a:tr h="1306575">
                <a:tc gridSpan="2">
                  <a:txBody>
                    <a:bodyPr/>
                    <a:lstStyle/>
                    <a:p>
                      <a:pPr indent="0" lvl="0" marL="0" marR="0" rtl="0" algn="ctr">
                        <a:lnSpc>
                          <a:spcPct val="100000"/>
                        </a:lnSpc>
                        <a:spcBef>
                          <a:spcPts val="0"/>
                        </a:spcBef>
                        <a:spcAft>
                          <a:spcPts val="0"/>
                        </a:spcAft>
                        <a:buClr>
                          <a:srgbClr val="1F3A4E"/>
                        </a:buClr>
                        <a:buSzPts val="3600"/>
                        <a:buFont typeface="Arial Black"/>
                        <a:buNone/>
                      </a:pPr>
                      <a:r>
                        <a:rPr b="0" lang="en-US" sz="3600" u="none" cap="none" strike="noStrike">
                          <a:solidFill>
                            <a:srgbClr val="1F3A4E"/>
                          </a:solidFill>
                          <a:latin typeface="Arial Black"/>
                          <a:ea typeface="Arial Black"/>
                          <a:cs typeface="Arial Black"/>
                          <a:sym typeface="Arial Black"/>
                        </a:rPr>
                        <a:t>QUICK START GUIDE</a:t>
                      </a:r>
                      <a:br>
                        <a:rPr b="0" lang="en-US" sz="3600" u="none" cap="none" strike="noStrike">
                          <a:solidFill>
                            <a:srgbClr val="1F3A4E"/>
                          </a:solidFill>
                          <a:latin typeface="Arial Black"/>
                          <a:ea typeface="Arial Black"/>
                          <a:cs typeface="Arial Black"/>
                          <a:sym typeface="Arial Black"/>
                        </a:rPr>
                      </a:br>
                      <a:r>
                        <a:rPr b="1" lang="en-US" sz="2800" u="none" cap="none" strike="noStrike">
                          <a:solidFill>
                            <a:srgbClr val="FF0000"/>
                          </a:solidFill>
                          <a:latin typeface="Trebuchet MS"/>
                          <a:ea typeface="Trebuchet MS"/>
                          <a:cs typeface="Trebuchet MS"/>
                          <a:sym typeface="Trebuchet MS"/>
                        </a:rPr>
                        <a:t>(THIS SIDEBAR WILL APPEAR ON THE POSTER)</a:t>
                      </a:r>
                      <a:endParaRPr b="1" sz="3600" u="none" cap="none" strike="noStrike">
                        <a:solidFill>
                          <a:schemeClr val="lt1"/>
                        </a:solidFill>
                        <a:latin typeface="Trebuchet MS"/>
                        <a:ea typeface="Trebuchet MS"/>
                        <a:cs typeface="Trebuchet MS"/>
                        <a:sym typeface="Trebuchet MS"/>
                      </a:endParaRPr>
                    </a:p>
                  </a:txBody>
                  <a:tcPr marT="137150" marB="45725" marR="91450" marL="182875">
                    <a:solidFill>
                      <a:srgbClr val="FFC000"/>
                    </a:solidFill>
                  </a:tcPr>
                </a:tc>
                <a:tc hMerge="1"/>
              </a:tr>
              <a:tr h="4135325">
                <a:tc gridSpan="2">
                  <a:txBody>
                    <a:bodyPr/>
                    <a:lstStyle/>
                    <a:p>
                      <a:pPr indent="0" lvl="0" marL="0" marR="0" rtl="0" algn="l">
                        <a:spcBef>
                          <a:spcPts val="0"/>
                        </a:spcBef>
                        <a:spcAft>
                          <a:spcPts val="0"/>
                        </a:spcAft>
                        <a:buNone/>
                      </a:pPr>
                      <a:r>
                        <a:rPr b="0" i="0" lang="en-US" sz="2000" u="none" cap="none" strike="noStrike">
                          <a:solidFill>
                            <a:srgbClr val="D9D9D9"/>
                          </a:solidFill>
                          <a:latin typeface="Arial"/>
                          <a:ea typeface="Arial"/>
                          <a:cs typeface="Arial"/>
                          <a:sym typeface="Arial"/>
                        </a:rPr>
                        <a:t>This PowerPoint template is designed to create a </a:t>
                      </a:r>
                      <a:r>
                        <a:rPr b="1" i="0" lang="en-US" sz="2000" u="none" cap="none" strike="noStrike">
                          <a:solidFill>
                            <a:srgbClr val="FFC000"/>
                          </a:solidFill>
                          <a:latin typeface="Arial"/>
                          <a:ea typeface="Arial"/>
                          <a:cs typeface="Arial"/>
                          <a:sym typeface="Arial"/>
                        </a:rPr>
                        <a:t>36"x48" </a:t>
                      </a:r>
                      <a:r>
                        <a:rPr b="0" i="0" lang="en-US" sz="2000" u="none" cap="none" strike="noStrike">
                          <a:solidFill>
                            <a:srgbClr val="D9D9D9"/>
                          </a:solidFill>
                          <a:latin typeface="Arial"/>
                          <a:ea typeface="Arial"/>
                          <a:cs typeface="Arial"/>
                          <a:sym typeface="Arial"/>
                        </a:rPr>
                        <a:t>research poster. Simply add your title, subtitle, text, tables, charts, and photos to customize your poster.</a:t>
                      </a:r>
                      <a:endParaRPr/>
                    </a:p>
                    <a:p>
                      <a:pPr indent="0" lvl="0" marL="0" marR="0" rtl="0" algn="l">
                        <a:spcBef>
                          <a:spcPts val="0"/>
                        </a:spcBef>
                        <a:spcAft>
                          <a:spcPts val="0"/>
                        </a:spcAft>
                        <a:buNone/>
                      </a:pPr>
                      <a:r>
                        <a:t/>
                      </a:r>
                      <a:endParaRPr b="0" i="0" sz="2000" u="none" cap="none" strike="noStrike">
                        <a:solidFill>
                          <a:srgbClr val="D9D9D9"/>
                        </a:solidFill>
                        <a:latin typeface="Arial"/>
                        <a:ea typeface="Arial"/>
                        <a:cs typeface="Arial"/>
                        <a:sym typeface="Arial"/>
                      </a:endParaRPr>
                    </a:p>
                    <a:p>
                      <a:pPr indent="0" lvl="0" marL="0" marR="0" rtl="0" algn="l">
                        <a:spcBef>
                          <a:spcPts val="0"/>
                        </a:spcBef>
                        <a:spcAft>
                          <a:spcPts val="0"/>
                        </a:spcAft>
                        <a:buNone/>
                      </a:pPr>
                      <a:r>
                        <a:rPr b="0" i="0" lang="en-US" sz="2000" u="none" cap="none" strike="noStrike">
                          <a:solidFill>
                            <a:srgbClr val="D9D9D9"/>
                          </a:solidFill>
                          <a:latin typeface="Arial"/>
                          <a:ea typeface="Arial"/>
                          <a:cs typeface="Arial"/>
                          <a:sym typeface="Arial"/>
                        </a:rPr>
                        <a:t>To assist you in the design process and address any poster-related questions, we offer a series of online tutorials. Visit </a:t>
                      </a:r>
                      <a:r>
                        <a:rPr b="1" i="0" lang="en-US" sz="2000" u="none" cap="none" strike="noStrike">
                          <a:solidFill>
                            <a:srgbClr val="FFC000"/>
                          </a:solidFill>
                          <a:latin typeface="Arial"/>
                          <a:ea typeface="Arial"/>
                          <a:cs typeface="Arial"/>
                          <a:sym typeface="Arial"/>
                        </a:rPr>
                        <a:t>PosterPresentations.com </a:t>
                      </a:r>
                      <a:r>
                        <a:rPr b="0" i="0" lang="en-US" sz="2000" u="none" cap="none" strike="noStrike">
                          <a:solidFill>
                            <a:srgbClr val="D9D9D9"/>
                          </a:solidFill>
                          <a:latin typeface="Arial"/>
                          <a:ea typeface="Arial"/>
                          <a:cs typeface="Arial"/>
                          <a:sym typeface="Arial"/>
                        </a:rPr>
                        <a:t>and select the </a:t>
                      </a:r>
                      <a:r>
                        <a:rPr b="1" i="0" lang="en-US" sz="2000" u="none" cap="none" strike="noStrike">
                          <a:solidFill>
                            <a:srgbClr val="FFC000"/>
                          </a:solidFill>
                          <a:latin typeface="Arial"/>
                          <a:ea typeface="Arial"/>
                          <a:cs typeface="Arial"/>
                          <a:sym typeface="Arial"/>
                        </a:rPr>
                        <a:t>Tutorials </a:t>
                      </a:r>
                      <a:r>
                        <a:rPr b="0" i="0" lang="en-US" sz="2000" u="none" cap="none" strike="noStrike">
                          <a:solidFill>
                            <a:srgbClr val="D9D9D9"/>
                          </a:solidFill>
                          <a:latin typeface="Arial"/>
                          <a:ea typeface="Arial"/>
                          <a:cs typeface="Arial"/>
                          <a:sym typeface="Arial"/>
                        </a:rPr>
                        <a:t>tab for detailed guidance.</a:t>
                      </a:r>
                      <a:endParaRPr/>
                    </a:p>
                    <a:p>
                      <a:pPr indent="0" lvl="0" marL="0" marR="0" rtl="0" algn="l">
                        <a:spcBef>
                          <a:spcPts val="0"/>
                        </a:spcBef>
                        <a:spcAft>
                          <a:spcPts val="0"/>
                        </a:spcAft>
                        <a:buNone/>
                      </a:pPr>
                      <a:r>
                        <a:t/>
                      </a:r>
                      <a:endParaRPr b="0" i="0" sz="2000" u="none" cap="none" strike="noStrike">
                        <a:solidFill>
                          <a:srgbClr val="D9D9D9"/>
                        </a:solidFill>
                        <a:latin typeface="Arial"/>
                        <a:ea typeface="Arial"/>
                        <a:cs typeface="Arial"/>
                        <a:sym typeface="Arial"/>
                      </a:endParaRPr>
                    </a:p>
                    <a:p>
                      <a:pPr indent="0" lvl="0" marL="0" marR="0" rtl="0" algn="l">
                        <a:spcBef>
                          <a:spcPts val="0"/>
                        </a:spcBef>
                        <a:spcAft>
                          <a:spcPts val="0"/>
                        </a:spcAft>
                        <a:buNone/>
                      </a:pPr>
                      <a:r>
                        <a:rPr b="0" i="0" lang="en-US" sz="2000" u="none" cap="none" strike="noStrike">
                          <a:solidFill>
                            <a:srgbClr val="D9D9D9"/>
                          </a:solidFill>
                          <a:latin typeface="Arial"/>
                          <a:ea typeface="Arial"/>
                          <a:cs typeface="Arial"/>
                          <a:sym typeface="Arial"/>
                        </a:rPr>
                        <a:t>For same-day professional printing of your poster, go to </a:t>
                      </a:r>
                      <a:r>
                        <a:rPr b="1" i="0" lang="en-US" sz="2000" u="none" cap="none" strike="noStrike">
                          <a:solidFill>
                            <a:srgbClr val="FFC000"/>
                          </a:solidFill>
                          <a:latin typeface="Arial"/>
                          <a:ea typeface="Arial"/>
                          <a:cs typeface="Arial"/>
                          <a:sym typeface="Arial"/>
                        </a:rPr>
                        <a:t>PosterPresentations.com </a:t>
                      </a:r>
                      <a:r>
                        <a:rPr b="0" i="0" lang="en-US" sz="2000" u="none" cap="none" strike="noStrike">
                          <a:solidFill>
                            <a:srgbClr val="D9D9D9"/>
                          </a:solidFill>
                          <a:latin typeface="Arial"/>
                          <a:ea typeface="Arial"/>
                          <a:cs typeface="Arial"/>
                          <a:sym typeface="Arial"/>
                        </a:rPr>
                        <a:t>and click on the ”</a:t>
                      </a:r>
                      <a:r>
                        <a:rPr b="1" i="0" lang="en-US" sz="2000" u="none" cap="none" strike="noStrike">
                          <a:solidFill>
                            <a:srgbClr val="FFC000"/>
                          </a:solidFill>
                          <a:latin typeface="Arial"/>
                          <a:ea typeface="Arial"/>
                          <a:cs typeface="Arial"/>
                          <a:sym typeface="Arial"/>
                        </a:rPr>
                        <a:t>PRINT</a:t>
                      </a:r>
                      <a:r>
                        <a:rPr b="0" i="0" lang="en-US" sz="2000" u="none" cap="none" strike="noStrike">
                          <a:solidFill>
                            <a:srgbClr val="D9D9D9"/>
                          </a:solidFill>
                          <a:latin typeface="Arial"/>
                          <a:ea typeface="Arial"/>
                          <a:cs typeface="Arial"/>
                          <a:sym typeface="Arial"/>
                        </a:rPr>
                        <a:t>” button or click on any of our poster options.</a:t>
                      </a:r>
                      <a:endParaRPr b="0" sz="2000" u="none" cap="none" strike="noStrike">
                        <a:solidFill>
                          <a:srgbClr val="D9D9D9"/>
                        </a:solidFill>
                        <a:latin typeface="Arial"/>
                        <a:ea typeface="Arial"/>
                        <a:cs typeface="Arial"/>
                        <a:sym typeface="Arial"/>
                      </a:endParaRPr>
                    </a:p>
                  </a:txBody>
                  <a:tcPr marT="137150" marB="45725" marR="91450" marL="182875">
                    <a:solidFill>
                      <a:srgbClr val="010101"/>
                    </a:solidFill>
                  </a:tcPr>
                </a:tc>
                <a:tc hMerge="1"/>
              </a:tr>
              <a:tr h="4494925">
                <a:tc>
                  <a:txBody>
                    <a:bodyPr/>
                    <a:lstStyle/>
                    <a:p>
                      <a:pPr indent="0" lvl="0" marL="0" marR="0" rtl="0" algn="ctr">
                        <a:spcBef>
                          <a:spcPts val="0"/>
                        </a:spcBef>
                        <a:spcAft>
                          <a:spcPts val="0"/>
                        </a:spcAft>
                        <a:buNone/>
                      </a:pPr>
                      <a:r>
                        <a:t/>
                      </a:r>
                      <a:endParaRPr sz="2000" u="none" cap="none" strike="noStrike">
                        <a:solidFill>
                          <a:srgbClr val="1F3A4E"/>
                        </a:solidFill>
                      </a:endParaRPr>
                    </a:p>
                    <a:p>
                      <a:pPr indent="0" lvl="0" marL="0" marR="0" rtl="0" algn="ctr">
                        <a:spcBef>
                          <a:spcPts val="0"/>
                        </a:spcBef>
                        <a:spcAft>
                          <a:spcPts val="0"/>
                        </a:spcAft>
                        <a:buNone/>
                      </a:pPr>
                      <a:r>
                        <a:t/>
                      </a:r>
                      <a:endParaRPr sz="2000" u="none" cap="none" strike="noStrike">
                        <a:solidFill>
                          <a:srgbClr val="1F3A4E"/>
                        </a:solidFill>
                      </a:endParaRPr>
                    </a:p>
                    <a:p>
                      <a:pPr indent="0" lvl="0" marL="0" marR="0" rtl="0" algn="ctr">
                        <a:spcBef>
                          <a:spcPts val="0"/>
                        </a:spcBef>
                        <a:spcAft>
                          <a:spcPts val="0"/>
                        </a:spcAft>
                        <a:buNone/>
                      </a:pPr>
                      <a:r>
                        <a:rPr lang="en-US" sz="2000" u="none" cap="none" strike="noStrike">
                          <a:solidFill>
                            <a:schemeClr val="lt1"/>
                          </a:solidFill>
                          <a:latin typeface="Arial"/>
                          <a:ea typeface="Arial"/>
                          <a:cs typeface="Arial"/>
                          <a:sym typeface="Arial"/>
                        </a:rPr>
                        <a:t>This is a template for a </a:t>
                      </a:r>
                      <a:endParaRPr/>
                    </a:p>
                    <a:p>
                      <a:pPr indent="0" lvl="0" marL="0" marR="0" rtl="0" algn="ctr">
                        <a:spcBef>
                          <a:spcPts val="0"/>
                        </a:spcBef>
                        <a:spcAft>
                          <a:spcPts val="0"/>
                        </a:spcAft>
                        <a:buNone/>
                      </a:pPr>
                      <a:r>
                        <a:rPr lang="en-US" sz="2000" u="none" cap="none" strike="noStrike">
                          <a:solidFill>
                            <a:schemeClr val="lt1"/>
                          </a:solidFill>
                          <a:latin typeface="Arial"/>
                          <a:ea typeface="Arial"/>
                          <a:cs typeface="Arial"/>
                          <a:sym typeface="Arial"/>
                        </a:rPr>
                        <a:t>presentation poster</a:t>
                      </a:r>
                      <a:br>
                        <a:rPr lang="en-US" sz="2000" u="none" cap="none" strike="noStrike">
                          <a:solidFill>
                            <a:schemeClr val="lt1"/>
                          </a:solidFill>
                          <a:latin typeface="Arial"/>
                          <a:ea typeface="Arial"/>
                          <a:cs typeface="Arial"/>
                          <a:sym typeface="Arial"/>
                        </a:rPr>
                      </a:br>
                      <a:r>
                        <a:rPr b="1" lang="en-US" sz="3600" u="none" cap="none" strike="noStrike">
                          <a:solidFill>
                            <a:srgbClr val="FFC000"/>
                          </a:solidFill>
                          <a:latin typeface="Arial"/>
                          <a:ea typeface="Arial"/>
                          <a:cs typeface="Arial"/>
                          <a:sym typeface="Arial"/>
                        </a:rPr>
                        <a:t>36 inches tall</a:t>
                      </a:r>
                      <a:br>
                        <a:rPr b="1" lang="en-US" sz="3600" u="none" cap="none" strike="noStrike">
                          <a:solidFill>
                            <a:srgbClr val="FFC000"/>
                          </a:solidFill>
                          <a:latin typeface="Arial"/>
                          <a:ea typeface="Arial"/>
                          <a:cs typeface="Arial"/>
                          <a:sym typeface="Arial"/>
                        </a:rPr>
                      </a:br>
                      <a:r>
                        <a:rPr b="1" lang="en-US" sz="3600" u="none" cap="none" strike="noStrike">
                          <a:solidFill>
                            <a:srgbClr val="FFC000"/>
                          </a:solidFill>
                          <a:latin typeface="Arial"/>
                          <a:ea typeface="Arial"/>
                          <a:cs typeface="Arial"/>
                          <a:sym typeface="Arial"/>
                        </a:rPr>
                        <a:t>by</a:t>
                      </a:r>
                      <a:br>
                        <a:rPr b="1" lang="en-US" sz="3600" u="none" cap="none" strike="noStrike">
                          <a:solidFill>
                            <a:srgbClr val="FFC000"/>
                          </a:solidFill>
                          <a:latin typeface="Arial"/>
                          <a:ea typeface="Arial"/>
                          <a:cs typeface="Arial"/>
                          <a:sym typeface="Arial"/>
                        </a:rPr>
                      </a:br>
                      <a:r>
                        <a:rPr b="1" lang="en-US" sz="3600" u="none" cap="none" strike="noStrike">
                          <a:solidFill>
                            <a:srgbClr val="FFC000"/>
                          </a:solidFill>
                          <a:latin typeface="Arial"/>
                          <a:ea typeface="Arial"/>
                          <a:cs typeface="Arial"/>
                          <a:sym typeface="Arial"/>
                        </a:rPr>
                        <a:t>48 inches wide</a:t>
                      </a:r>
                      <a:br>
                        <a:rPr lang="en-US" sz="2000" u="none" cap="none" strike="noStrike">
                          <a:solidFill>
                            <a:schemeClr val="lt1"/>
                          </a:solidFill>
                          <a:latin typeface="Arial"/>
                          <a:ea typeface="Arial"/>
                          <a:cs typeface="Arial"/>
                          <a:sym typeface="Arial"/>
                        </a:rPr>
                      </a:br>
                      <a:endParaRPr sz="2000" u="none" cap="none" strike="noStrike">
                        <a:solidFill>
                          <a:srgbClr val="1F3A4E"/>
                        </a:solidFill>
                      </a:endParaRPr>
                    </a:p>
                  </a:txBody>
                  <a:tcPr marT="45725" marB="45725" marR="91450" marL="91450">
                    <a:solidFill>
                      <a:srgbClr val="010101"/>
                    </a:solidFill>
                  </a:tcPr>
                </a:tc>
                <a:tc>
                  <a:txBody>
                    <a:bodyPr/>
                    <a:lstStyle/>
                    <a:p>
                      <a:pPr indent="0" lvl="0" marL="0" marR="0" rtl="0" algn="l">
                        <a:lnSpc>
                          <a:spcPct val="100000"/>
                        </a:lnSpc>
                        <a:spcBef>
                          <a:spcPts val="0"/>
                        </a:spcBef>
                        <a:spcAft>
                          <a:spcPts val="0"/>
                        </a:spcAft>
                        <a:buClr>
                          <a:srgbClr val="FFC000"/>
                        </a:buClr>
                        <a:buSzPts val="2400"/>
                        <a:buFont typeface="Arial"/>
                        <a:buNone/>
                      </a:pPr>
                      <a:r>
                        <a:rPr b="1" lang="en-US" sz="2400" u="none" cap="none" strike="noStrike">
                          <a:solidFill>
                            <a:srgbClr val="FFC000"/>
                          </a:solidFill>
                          <a:latin typeface="Arial"/>
                          <a:ea typeface="Arial"/>
                          <a:cs typeface="Arial"/>
                          <a:sym typeface="Arial"/>
                        </a:rPr>
                        <a:t>Important: Check the template size</a:t>
                      </a:r>
                      <a:br>
                        <a:rPr b="0" lang="en-US" sz="2000" u="none" cap="none" strike="noStrike">
                          <a:solidFill>
                            <a:srgbClr val="FFC000"/>
                          </a:solidFill>
                          <a:latin typeface="Arial"/>
                          <a:ea typeface="Arial"/>
                          <a:cs typeface="Arial"/>
                          <a:sym typeface="Arial"/>
                        </a:rPr>
                      </a:br>
                      <a:r>
                        <a:rPr b="0" lang="en-US" sz="2000" u="none" cap="none" strike="noStrike">
                          <a:solidFill>
                            <a:srgbClr val="D9D9D9"/>
                          </a:solidFill>
                          <a:latin typeface="Arial"/>
                          <a:ea typeface="Arial"/>
                          <a:cs typeface="Arial"/>
                          <a:sym typeface="Arial"/>
                        </a:rPr>
                        <a:t>Before starting your poster, ensure you have downloaded the correct template size to avoid printing issues.</a:t>
                      </a:r>
                      <a:endParaRPr/>
                    </a:p>
                    <a:p>
                      <a:pPr indent="0" lvl="0" marL="0" marR="0" rtl="0" algn="l">
                        <a:lnSpc>
                          <a:spcPct val="100000"/>
                        </a:lnSpc>
                        <a:spcBef>
                          <a:spcPts val="0"/>
                        </a:spcBef>
                        <a:spcAft>
                          <a:spcPts val="0"/>
                        </a:spcAft>
                        <a:buClr>
                          <a:schemeClr val="dk1"/>
                        </a:buClr>
                        <a:buSzPts val="2000"/>
                        <a:buFont typeface="Calibri"/>
                        <a:buNone/>
                      </a:pPr>
                      <a:r>
                        <a:t/>
                      </a:r>
                      <a:endParaRPr b="0" sz="2000" u="none" cap="none" strike="noStrike">
                        <a:solidFill>
                          <a:srgbClr val="D9D9D9"/>
                        </a:solidFill>
                        <a:latin typeface="Arial"/>
                        <a:ea typeface="Arial"/>
                        <a:cs typeface="Arial"/>
                        <a:sym typeface="Arial"/>
                      </a:endParaRPr>
                    </a:p>
                    <a:p>
                      <a:pPr indent="0" lvl="0" marL="0" marR="0" rtl="0" algn="l">
                        <a:lnSpc>
                          <a:spcPct val="100000"/>
                        </a:lnSpc>
                        <a:spcBef>
                          <a:spcPts val="0"/>
                        </a:spcBef>
                        <a:spcAft>
                          <a:spcPts val="0"/>
                        </a:spcAft>
                        <a:buClr>
                          <a:srgbClr val="D9D9D9"/>
                        </a:buClr>
                        <a:buSzPts val="2000"/>
                        <a:buFont typeface="Arial"/>
                        <a:buNone/>
                      </a:pPr>
                      <a:r>
                        <a:rPr b="0" lang="en-US" sz="2000" u="none" cap="none" strike="noStrike">
                          <a:solidFill>
                            <a:srgbClr val="D9D9D9"/>
                          </a:solidFill>
                          <a:latin typeface="Arial"/>
                          <a:ea typeface="Arial"/>
                          <a:cs typeface="Arial"/>
                          <a:sym typeface="Arial"/>
                        </a:rPr>
                        <a:t>This template can also be printed in the following sizes without distortion or additional formatting:</a:t>
                      </a:r>
                      <a:br>
                        <a:rPr b="0" lang="en-US" sz="2000" u="none" cap="none" strike="noStrike">
                          <a:solidFill>
                            <a:srgbClr val="D9D9D9"/>
                          </a:solidFill>
                          <a:latin typeface="Arial"/>
                          <a:ea typeface="Arial"/>
                          <a:cs typeface="Arial"/>
                          <a:sym typeface="Arial"/>
                        </a:rPr>
                      </a:br>
                      <a:r>
                        <a:rPr b="0" lang="en-US" sz="2000" u="none" cap="none" strike="noStrike">
                          <a:solidFill>
                            <a:srgbClr val="FFC000"/>
                          </a:solidFill>
                          <a:latin typeface="Arial"/>
                          <a:ea typeface="Arial"/>
                          <a:cs typeface="Arial"/>
                          <a:sym typeface="Arial"/>
                        </a:rPr>
                        <a:t>30 tall x 40 wide</a:t>
                      </a:r>
                      <a:br>
                        <a:rPr b="0" lang="en-US" sz="2000" u="none" cap="none" strike="noStrike">
                          <a:solidFill>
                            <a:srgbClr val="FFC000"/>
                          </a:solidFill>
                          <a:latin typeface="Arial"/>
                          <a:ea typeface="Arial"/>
                          <a:cs typeface="Arial"/>
                          <a:sym typeface="Arial"/>
                        </a:rPr>
                      </a:br>
                      <a:r>
                        <a:rPr b="0" lang="en-US" sz="2000" u="none" cap="none" strike="noStrike">
                          <a:solidFill>
                            <a:srgbClr val="FFC000"/>
                          </a:solidFill>
                          <a:latin typeface="Arial"/>
                          <a:ea typeface="Arial"/>
                          <a:cs typeface="Arial"/>
                          <a:sym typeface="Arial"/>
                        </a:rPr>
                        <a:t>42 tall x 56 wide</a:t>
                      </a:r>
                      <a:br>
                        <a:rPr b="0" lang="en-US" sz="2000" u="none" cap="none" strike="noStrike">
                          <a:solidFill>
                            <a:srgbClr val="FFC000"/>
                          </a:solidFill>
                          <a:latin typeface="Arial"/>
                          <a:ea typeface="Arial"/>
                          <a:cs typeface="Arial"/>
                          <a:sym typeface="Arial"/>
                        </a:rPr>
                      </a:br>
                      <a:r>
                        <a:rPr b="0" lang="en-US" sz="2000" u="none" cap="none" strike="noStrike">
                          <a:solidFill>
                            <a:srgbClr val="FFC000"/>
                          </a:solidFill>
                          <a:latin typeface="Arial"/>
                          <a:ea typeface="Arial"/>
                          <a:cs typeface="Arial"/>
                          <a:sym typeface="Arial"/>
                        </a:rPr>
                        <a:t>48 tall x 64 wide</a:t>
                      </a:r>
                      <a:endParaRPr/>
                    </a:p>
                  </a:txBody>
                  <a:tcPr marT="137150" marB="45725" marR="91450" marL="182875">
                    <a:solidFill>
                      <a:srgbClr val="010101"/>
                    </a:solidFill>
                  </a:tcPr>
                </a:tc>
              </a:tr>
              <a:tr h="4216000">
                <a:tc>
                  <a:txBody>
                    <a:bodyPr/>
                    <a:lstStyle/>
                    <a:p>
                      <a:pPr indent="0" lvl="0" marL="0" marR="0" rtl="0" algn="l">
                        <a:spcBef>
                          <a:spcPts val="0"/>
                        </a:spcBef>
                        <a:spcAft>
                          <a:spcPts val="0"/>
                        </a:spcAft>
                        <a:buNone/>
                      </a:pPr>
                      <a:r>
                        <a:t/>
                      </a:r>
                      <a:endParaRPr sz="2000">
                        <a:solidFill>
                          <a:srgbClr val="1F3A4E"/>
                        </a:solidFill>
                      </a:endParaRPr>
                    </a:p>
                  </a:txBody>
                  <a:tcPr marT="45725" marB="45725" marR="91450" marL="91450"/>
                </a:tc>
                <a:tc>
                  <a:txBody>
                    <a:bodyPr/>
                    <a:lstStyle/>
                    <a:p>
                      <a:pPr indent="0" lvl="0" marL="0" marR="0" rtl="0" algn="l">
                        <a:spcBef>
                          <a:spcPts val="0"/>
                        </a:spcBef>
                        <a:spcAft>
                          <a:spcPts val="0"/>
                        </a:spcAft>
                        <a:buNone/>
                      </a:pPr>
                      <a:r>
                        <a:rPr b="1" lang="en-US" sz="2400">
                          <a:solidFill>
                            <a:srgbClr val="FFC000"/>
                          </a:solidFill>
                          <a:latin typeface="Arial"/>
                          <a:ea typeface="Arial"/>
                          <a:cs typeface="Arial"/>
                          <a:sym typeface="Arial"/>
                        </a:rPr>
                        <a:t>How to </a:t>
                      </a:r>
                      <a:r>
                        <a:rPr b="1" lang="en-US" sz="4000">
                          <a:solidFill>
                            <a:srgbClr val="FFC000"/>
                          </a:solidFill>
                          <a:latin typeface="Arial"/>
                          <a:ea typeface="Arial"/>
                          <a:cs typeface="Arial"/>
                          <a:sym typeface="Arial"/>
                        </a:rPr>
                        <a:t>Zoom in </a:t>
                      </a:r>
                      <a:r>
                        <a:rPr b="1" lang="en-US" sz="2400">
                          <a:solidFill>
                            <a:srgbClr val="FFC000"/>
                          </a:solidFill>
                          <a:latin typeface="Arial"/>
                          <a:ea typeface="Arial"/>
                          <a:cs typeface="Arial"/>
                          <a:sym typeface="Arial"/>
                        </a:rPr>
                        <a:t>and </a:t>
                      </a:r>
                      <a:r>
                        <a:rPr b="1" lang="en-US" sz="1800">
                          <a:solidFill>
                            <a:srgbClr val="FFC000"/>
                          </a:solidFill>
                          <a:latin typeface="Arial"/>
                          <a:ea typeface="Arial"/>
                          <a:cs typeface="Arial"/>
                          <a:sym typeface="Arial"/>
                        </a:rPr>
                        <a:t>out</a:t>
                      </a:r>
                      <a:endParaRPr b="1" sz="2400">
                        <a:solidFill>
                          <a:srgbClr val="FFC000"/>
                        </a:solidFill>
                        <a:latin typeface="Arial"/>
                        <a:ea typeface="Arial"/>
                        <a:cs typeface="Arial"/>
                        <a:sym typeface="Arial"/>
                      </a:endParaRPr>
                    </a:p>
                    <a:p>
                      <a:pPr indent="0" lvl="0" marL="0" marR="0" rtl="0" algn="l">
                        <a:spcBef>
                          <a:spcPts val="0"/>
                        </a:spcBef>
                        <a:spcAft>
                          <a:spcPts val="0"/>
                        </a:spcAft>
                        <a:buNone/>
                      </a:pPr>
                      <a:r>
                        <a:rPr b="0" lang="en-US" sz="2000">
                          <a:solidFill>
                            <a:srgbClr val="D9D9D9"/>
                          </a:solidFill>
                          <a:latin typeface="Arial"/>
                          <a:ea typeface="Arial"/>
                          <a:cs typeface="Arial"/>
                          <a:sym typeface="Arial"/>
                        </a:rPr>
                        <a:t>Use the PowerPoint zoom tool to adjust the screen magnification for comfortable viewing. PowerPoint offers two ways to zoom:</a:t>
                      </a:r>
                      <a:endParaRPr/>
                    </a:p>
                    <a:p>
                      <a:pPr indent="0" lvl="0" marL="0" marR="0" rtl="0" algn="l">
                        <a:spcBef>
                          <a:spcPts val="0"/>
                        </a:spcBef>
                        <a:spcAft>
                          <a:spcPts val="0"/>
                        </a:spcAft>
                        <a:buNone/>
                      </a:pPr>
                      <a:r>
                        <a:t/>
                      </a:r>
                      <a:endParaRPr b="0" sz="2000">
                        <a:solidFill>
                          <a:srgbClr val="D9D9D9"/>
                        </a:solidFill>
                        <a:latin typeface="Arial"/>
                        <a:ea typeface="Arial"/>
                        <a:cs typeface="Arial"/>
                        <a:sym typeface="Arial"/>
                      </a:endParaRPr>
                    </a:p>
                    <a:p>
                      <a:pPr indent="0" lvl="0" marL="0" marR="0" rtl="0" algn="l">
                        <a:spcBef>
                          <a:spcPts val="0"/>
                        </a:spcBef>
                        <a:spcAft>
                          <a:spcPts val="0"/>
                        </a:spcAft>
                        <a:buNone/>
                      </a:pPr>
                      <a:r>
                        <a:rPr b="0" lang="en-US" sz="2000">
                          <a:solidFill>
                            <a:srgbClr val="D9D9D9"/>
                          </a:solidFill>
                          <a:latin typeface="Arial"/>
                          <a:ea typeface="Arial"/>
                          <a:cs typeface="Arial"/>
                          <a:sym typeface="Arial"/>
                        </a:rPr>
                        <a:t>1. Click the VIEW tab in the top menu bar, then select ZOOM. Choose the zoom percentage that suits you best.</a:t>
                      </a:r>
                      <a:endParaRPr/>
                    </a:p>
                    <a:p>
                      <a:pPr indent="0" lvl="0" marL="0" marR="0" rtl="0" algn="l">
                        <a:spcBef>
                          <a:spcPts val="0"/>
                        </a:spcBef>
                        <a:spcAft>
                          <a:spcPts val="0"/>
                        </a:spcAft>
                        <a:buNone/>
                      </a:pPr>
                      <a:r>
                        <a:rPr b="0" lang="en-US" sz="2000">
                          <a:solidFill>
                            <a:srgbClr val="D9D9D9"/>
                          </a:solidFill>
                          <a:latin typeface="Arial"/>
                          <a:ea typeface="Arial"/>
                          <a:cs typeface="Arial"/>
                          <a:sym typeface="Arial"/>
                        </a:rPr>
                        <a:t>2. Use the zoom slider located at the bottom-right corner of the window for more flexible adjustments.</a:t>
                      </a:r>
                      <a:endParaRPr/>
                    </a:p>
                  </a:txBody>
                  <a:tcPr marT="137150" marB="45725" marR="91450" marL="182875">
                    <a:solidFill>
                      <a:srgbClr val="010101"/>
                    </a:solidFill>
                  </a:tcPr>
                </a:tc>
              </a:tr>
              <a:tr h="1770000">
                <a:tc gridSpan="2">
                  <a:txBody>
                    <a:bodyPr/>
                    <a:lstStyle/>
                    <a:p>
                      <a:pPr indent="0" lvl="0" marL="0" marR="0" rtl="0" algn="l">
                        <a:lnSpc>
                          <a:spcPct val="100000"/>
                        </a:lnSpc>
                        <a:spcBef>
                          <a:spcPts val="0"/>
                        </a:spcBef>
                        <a:spcAft>
                          <a:spcPts val="0"/>
                        </a:spcAft>
                        <a:buClr>
                          <a:srgbClr val="FFC000"/>
                        </a:buClr>
                        <a:buSzPts val="2400"/>
                        <a:buFont typeface="Arial"/>
                        <a:buNone/>
                      </a:pPr>
                      <a:r>
                        <a:rPr b="1" lang="en-US" sz="2400">
                          <a:solidFill>
                            <a:srgbClr val="FFC000"/>
                          </a:solidFill>
                          <a:latin typeface="Arial"/>
                          <a:ea typeface="Arial"/>
                          <a:cs typeface="Arial"/>
                          <a:sym typeface="Arial"/>
                        </a:rPr>
                        <a:t>Ruler and Guides</a:t>
                      </a:r>
                      <a:br>
                        <a:rPr b="0" lang="en-US" sz="2000">
                          <a:solidFill>
                            <a:srgbClr val="FFC000"/>
                          </a:solidFill>
                          <a:latin typeface="Arial"/>
                          <a:ea typeface="Arial"/>
                          <a:cs typeface="Arial"/>
                          <a:sym typeface="Arial"/>
                        </a:rPr>
                      </a:br>
                      <a:r>
                        <a:rPr b="0" lang="en-US" sz="2000">
                          <a:solidFill>
                            <a:srgbClr val="D9D9D9"/>
                          </a:solidFill>
                          <a:latin typeface="Arial"/>
                          <a:ea typeface="Arial"/>
                          <a:cs typeface="Arial"/>
                          <a:sym typeface="Arial"/>
                        </a:rPr>
                        <a:t>The thin lines on this poster template are alignment guides. Horizontal and vertical guides help you position poster elements accurately. Text boxes and other elements will "snap" to the guides, ensuring they stay within the column boundaries.</a:t>
                      </a:r>
                      <a:endParaRPr/>
                    </a:p>
                    <a:p>
                      <a:pPr indent="0" lvl="0" marL="0" marR="0" rtl="0" algn="l">
                        <a:lnSpc>
                          <a:spcPct val="100000"/>
                        </a:lnSpc>
                        <a:spcBef>
                          <a:spcPts val="0"/>
                        </a:spcBef>
                        <a:spcAft>
                          <a:spcPts val="0"/>
                        </a:spcAft>
                        <a:buClr>
                          <a:srgbClr val="D9D9D9"/>
                        </a:buClr>
                        <a:buSzPts val="2000"/>
                        <a:buFont typeface="Arial"/>
                        <a:buNone/>
                      </a:pPr>
                      <a:r>
                        <a:rPr b="0" lang="en-US" sz="2000">
                          <a:solidFill>
                            <a:srgbClr val="D9D9D9"/>
                          </a:solidFill>
                          <a:latin typeface="Arial"/>
                          <a:ea typeface="Arial"/>
                          <a:cs typeface="Arial"/>
                          <a:sym typeface="Arial"/>
                        </a:rPr>
                        <a:t>To hide the guides, go to the VIEW tab and uncheck the Guides box.</a:t>
                      </a:r>
                      <a:endParaRPr/>
                    </a:p>
                  </a:txBody>
                  <a:tcPr marT="45725" marB="45725" marR="91450" marL="91450">
                    <a:solidFill>
                      <a:srgbClr val="010101"/>
                    </a:solidFill>
                  </a:tcPr>
                </a:tc>
                <a:tc hMerge="1"/>
              </a:tr>
              <a:tr h="3759525">
                <a:tc>
                  <a:txBody>
                    <a:bodyPr/>
                    <a:lstStyle/>
                    <a:p>
                      <a:pPr indent="0" lvl="0" marL="0" marR="0" rtl="0" algn="l">
                        <a:spcBef>
                          <a:spcPts val="0"/>
                        </a:spcBef>
                        <a:spcAft>
                          <a:spcPts val="0"/>
                        </a:spcAft>
                        <a:buNone/>
                      </a:pPr>
                      <a:r>
                        <a:t/>
                      </a:r>
                      <a:endParaRPr sz="2000">
                        <a:solidFill>
                          <a:srgbClr val="1F3A4E"/>
                        </a:solidFill>
                      </a:endParaRPr>
                    </a:p>
                  </a:txBody>
                  <a:tcPr marT="45725" marB="45725" marR="91450" marL="91450"/>
                </a:tc>
                <a:tc>
                  <a:txBody>
                    <a:bodyPr/>
                    <a:lstStyle/>
                    <a:p>
                      <a:pPr indent="0" lvl="1" marL="0" marR="0" rtl="0" algn="l">
                        <a:spcBef>
                          <a:spcPts val="0"/>
                        </a:spcBef>
                        <a:spcAft>
                          <a:spcPts val="0"/>
                        </a:spcAft>
                        <a:buNone/>
                      </a:pPr>
                      <a:r>
                        <a:rPr b="1" lang="en-US" sz="2400" u="none" cap="none" strike="noStrike">
                          <a:solidFill>
                            <a:srgbClr val="FFC000"/>
                          </a:solidFill>
                          <a:latin typeface="Arial"/>
                          <a:ea typeface="Arial"/>
                          <a:cs typeface="Arial"/>
                          <a:sym typeface="Arial"/>
                        </a:rPr>
                        <a:t>Headers and text containers</a:t>
                      </a:r>
                      <a:br>
                        <a:rPr b="0" lang="en-US" sz="2000" u="none" cap="none" strike="noStrike">
                          <a:solidFill>
                            <a:schemeClr val="lt1"/>
                          </a:solidFill>
                          <a:latin typeface="Arial"/>
                          <a:ea typeface="Arial"/>
                          <a:cs typeface="Arial"/>
                          <a:sym typeface="Arial"/>
                        </a:rPr>
                      </a:br>
                      <a:r>
                        <a:rPr b="0" lang="en-US" sz="2000" u="none" cap="none" strike="noStrike">
                          <a:solidFill>
                            <a:schemeClr val="lt1"/>
                          </a:solidFill>
                          <a:latin typeface="Arial"/>
                          <a:ea typeface="Arial"/>
                          <a:cs typeface="Arial"/>
                          <a:sym typeface="Arial"/>
                        </a:rPr>
                        <a:t>This template includes commonly used section headers, such as Abstract, Objectives, Methods, and Results.</a:t>
                      </a:r>
                      <a:endParaRPr/>
                    </a:p>
                    <a:p>
                      <a:pPr indent="0" lvl="1" marL="0" marR="0" rtl="0" algn="l">
                        <a:spcBef>
                          <a:spcPts val="0"/>
                        </a:spcBef>
                        <a:spcAft>
                          <a:spcPts val="0"/>
                        </a:spcAft>
                        <a:buNone/>
                      </a:pPr>
                      <a:r>
                        <a:t/>
                      </a:r>
                      <a:endParaRPr b="0" sz="2000" u="none" cap="none" strike="noStrike">
                        <a:solidFill>
                          <a:schemeClr val="lt1"/>
                        </a:solidFill>
                        <a:latin typeface="Arial"/>
                        <a:ea typeface="Arial"/>
                        <a:cs typeface="Arial"/>
                        <a:sym typeface="Arial"/>
                      </a:endParaRPr>
                    </a:p>
                    <a:p>
                      <a:pPr indent="0" lvl="1" marL="0" marR="0" rtl="0" algn="l">
                        <a:spcBef>
                          <a:spcPts val="0"/>
                        </a:spcBef>
                        <a:spcAft>
                          <a:spcPts val="0"/>
                        </a:spcAft>
                        <a:buNone/>
                      </a:pPr>
                      <a:r>
                        <a:rPr b="0" lang="en-US" sz="2000" u="none" cap="none" strike="noStrike">
                          <a:solidFill>
                            <a:schemeClr val="lt1"/>
                          </a:solidFill>
                          <a:latin typeface="Arial"/>
                          <a:ea typeface="Arial"/>
                          <a:cs typeface="Arial"/>
                          <a:sym typeface="Arial"/>
                        </a:rPr>
                        <a:t>Click inside a section header to add text.</a:t>
                      </a:r>
                      <a:endParaRPr/>
                    </a:p>
                    <a:p>
                      <a:pPr indent="0" lvl="1" marL="0" marR="0" rtl="0" algn="l">
                        <a:spcBef>
                          <a:spcPts val="0"/>
                        </a:spcBef>
                        <a:spcAft>
                          <a:spcPts val="0"/>
                        </a:spcAft>
                        <a:buNone/>
                      </a:pPr>
                      <a:r>
                        <a:rPr b="0" lang="en-US" sz="2000" u="none" cap="none" strike="noStrike">
                          <a:solidFill>
                            <a:schemeClr val="lt1"/>
                          </a:solidFill>
                          <a:latin typeface="Arial"/>
                          <a:ea typeface="Arial"/>
                          <a:cs typeface="Arial"/>
                          <a:sym typeface="Arial"/>
                        </a:rPr>
                        <a:t>To create a new header, click the edge of the section box to outline it, then copy and paste it.</a:t>
                      </a:r>
                      <a:endParaRPr/>
                    </a:p>
                    <a:p>
                      <a:pPr indent="0" lvl="1" marL="0" marR="0" rtl="0" algn="l">
                        <a:spcBef>
                          <a:spcPts val="0"/>
                        </a:spcBef>
                        <a:spcAft>
                          <a:spcPts val="0"/>
                        </a:spcAft>
                        <a:buNone/>
                      </a:pPr>
                      <a:r>
                        <a:rPr b="0" lang="en-US" sz="2000" u="none" cap="none" strike="noStrike">
                          <a:solidFill>
                            <a:schemeClr val="lt1"/>
                          </a:solidFill>
                          <a:latin typeface="Arial"/>
                          <a:ea typeface="Arial"/>
                          <a:cs typeface="Arial"/>
                          <a:sym typeface="Arial"/>
                        </a:rPr>
                        <a:t>To resize a header, click on the white circles and drag to the desired size.</a:t>
                      </a:r>
                      <a:endParaRPr b="0" sz="2000" u="none" cap="none" strike="noStrike">
                        <a:solidFill>
                          <a:srgbClr val="D9D9D9"/>
                        </a:solidFill>
                        <a:latin typeface="Arial"/>
                        <a:ea typeface="Arial"/>
                        <a:cs typeface="Arial"/>
                        <a:sym typeface="Arial"/>
                      </a:endParaRPr>
                    </a:p>
                  </a:txBody>
                  <a:tcPr marT="137150" marB="45725" marR="91450" marL="182875">
                    <a:solidFill>
                      <a:srgbClr val="010101"/>
                    </a:solidFill>
                  </a:tcPr>
                </a:tc>
              </a:tr>
              <a:tr h="3459500">
                <a:tc gridSpan="2">
                  <a:txBody>
                    <a:bodyPr/>
                    <a:lstStyle/>
                    <a:p>
                      <a:pPr indent="0" lvl="0" marL="0" marR="0" rtl="0" algn="l">
                        <a:spcBef>
                          <a:spcPts val="0"/>
                        </a:spcBef>
                        <a:spcAft>
                          <a:spcPts val="0"/>
                        </a:spcAft>
                        <a:buNone/>
                      </a:pPr>
                      <a:r>
                        <a:rPr b="1" lang="en-US" sz="2400">
                          <a:solidFill>
                            <a:srgbClr val="FFC000"/>
                          </a:solidFill>
                          <a:latin typeface="Arial"/>
                          <a:ea typeface="Arial"/>
                          <a:cs typeface="Arial"/>
                          <a:sym typeface="Arial"/>
                        </a:rPr>
                        <a:t>Adding content to the poster</a:t>
                      </a:r>
                      <a:endParaRPr/>
                    </a:p>
                    <a:p>
                      <a:pPr indent="0" lvl="0" marL="0" marR="0" rtl="0" algn="l">
                        <a:spcBef>
                          <a:spcPts val="0"/>
                        </a:spcBef>
                        <a:spcAft>
                          <a:spcPts val="0"/>
                        </a:spcAft>
                        <a:buNone/>
                      </a:pPr>
                      <a:r>
                        <a:rPr lang="en-US" sz="2000">
                          <a:solidFill>
                            <a:srgbClr val="D9D9D9"/>
                          </a:solidFill>
                          <a:latin typeface="Arial"/>
                          <a:ea typeface="Arial"/>
                          <a:cs typeface="Arial"/>
                          <a:sym typeface="Arial"/>
                        </a:rPr>
                        <a:t>Start by adding text to each section without worrying too much about formatting. Use the default font size initially, even if the text overflows beyond the poster’s boundaries or doesn’t completely fill the space. Add all your content, including text, graphics, and photos.</a:t>
                      </a:r>
                      <a:endParaRPr/>
                    </a:p>
                    <a:p>
                      <a:pPr indent="0" lvl="0" marL="0" marR="0" rtl="0" algn="l">
                        <a:spcBef>
                          <a:spcPts val="0"/>
                        </a:spcBef>
                        <a:spcAft>
                          <a:spcPts val="0"/>
                        </a:spcAft>
                        <a:buNone/>
                      </a:pPr>
                      <a:r>
                        <a:t/>
                      </a:r>
                      <a:endParaRPr sz="2000">
                        <a:solidFill>
                          <a:srgbClr val="D9D9D9"/>
                        </a:solidFill>
                        <a:latin typeface="Arial"/>
                        <a:ea typeface="Arial"/>
                        <a:cs typeface="Arial"/>
                        <a:sym typeface="Arial"/>
                      </a:endParaRPr>
                    </a:p>
                    <a:p>
                      <a:pPr indent="0" lvl="0" marL="0" marR="0" rtl="0" algn="l">
                        <a:spcBef>
                          <a:spcPts val="0"/>
                        </a:spcBef>
                        <a:spcAft>
                          <a:spcPts val="0"/>
                        </a:spcAft>
                        <a:buNone/>
                      </a:pPr>
                      <a:r>
                        <a:rPr lang="en-US" sz="2000">
                          <a:solidFill>
                            <a:srgbClr val="D9D9D9"/>
                          </a:solidFill>
                          <a:latin typeface="Arial"/>
                          <a:ea typeface="Arial"/>
                          <a:cs typeface="Arial"/>
                          <a:sym typeface="Arial"/>
                        </a:rPr>
                        <a:t>Once everything is in place, go back and adjust the size of your text, images, and other visual elements to distribute the content evenly across the poster.</a:t>
                      </a:r>
                      <a:endParaRPr/>
                    </a:p>
                    <a:p>
                      <a:pPr indent="0" lvl="0" marL="0" marR="0" rtl="0" algn="l">
                        <a:spcBef>
                          <a:spcPts val="0"/>
                        </a:spcBef>
                        <a:spcAft>
                          <a:spcPts val="0"/>
                        </a:spcAft>
                        <a:buNone/>
                      </a:pPr>
                      <a:r>
                        <a:t/>
                      </a:r>
                      <a:endParaRPr sz="2000">
                        <a:solidFill>
                          <a:srgbClr val="D9D9D9"/>
                        </a:solidFill>
                        <a:latin typeface="Arial"/>
                        <a:ea typeface="Arial"/>
                        <a:cs typeface="Arial"/>
                        <a:sym typeface="Arial"/>
                      </a:endParaRPr>
                    </a:p>
                    <a:p>
                      <a:pPr indent="0" lvl="0" marL="0" marR="0" rtl="0" algn="l">
                        <a:spcBef>
                          <a:spcPts val="0"/>
                        </a:spcBef>
                        <a:spcAft>
                          <a:spcPts val="0"/>
                        </a:spcAft>
                        <a:buNone/>
                      </a:pPr>
                      <a:r>
                        <a:rPr lang="en-US" sz="2000">
                          <a:solidFill>
                            <a:srgbClr val="D9D9D9"/>
                          </a:solidFill>
                          <a:latin typeface="Arial"/>
                          <a:ea typeface="Arial"/>
                          <a:cs typeface="Arial"/>
                          <a:sym typeface="Arial"/>
                        </a:rPr>
                        <a:t>Make sure everything is aligned correctly before you finalize your poster.</a:t>
                      </a:r>
                      <a:endParaRPr/>
                    </a:p>
                  </a:txBody>
                  <a:tcPr marT="45725" marB="45725" marR="91450" marL="91450">
                    <a:solidFill>
                      <a:srgbClr val="010101"/>
                    </a:solidFill>
                  </a:tcPr>
                </a:tc>
                <a:tc hMerge="1"/>
              </a:tr>
              <a:tr h="2337350">
                <a:tc gridSpan="2">
                  <a:txBody>
                    <a:bodyPr/>
                    <a:lstStyle/>
                    <a:p>
                      <a:pPr indent="0" lvl="0" marL="0" marR="0" rtl="0" algn="l">
                        <a:lnSpc>
                          <a:spcPct val="100000"/>
                        </a:lnSpc>
                        <a:spcBef>
                          <a:spcPts val="0"/>
                        </a:spcBef>
                        <a:spcAft>
                          <a:spcPts val="0"/>
                        </a:spcAft>
                        <a:buClr>
                          <a:srgbClr val="FFC000"/>
                        </a:buClr>
                        <a:buSzPts val="2400"/>
                        <a:buFont typeface="Arial"/>
                        <a:buNone/>
                      </a:pPr>
                      <a:r>
                        <a:rPr b="1" lang="en-US" sz="2400">
                          <a:solidFill>
                            <a:srgbClr val="FFC000"/>
                          </a:solidFill>
                          <a:latin typeface="Arial"/>
                          <a:ea typeface="Arial"/>
                          <a:cs typeface="Arial"/>
                          <a:sym typeface="Arial"/>
                        </a:rPr>
                        <a:t>Photos</a:t>
                      </a:r>
                      <a:endParaRPr/>
                    </a:p>
                    <a:p>
                      <a:pPr indent="0" lvl="0" marL="0" marR="0" rtl="0" algn="l">
                        <a:lnSpc>
                          <a:spcPct val="100000"/>
                        </a:lnSpc>
                        <a:spcBef>
                          <a:spcPts val="0"/>
                        </a:spcBef>
                        <a:spcAft>
                          <a:spcPts val="0"/>
                        </a:spcAft>
                        <a:buClr>
                          <a:srgbClr val="D9D9D9"/>
                        </a:buClr>
                        <a:buSzPts val="2000"/>
                        <a:buFont typeface="Arial"/>
                        <a:buNone/>
                      </a:pPr>
                      <a:r>
                        <a:rPr b="0" i="0" lang="en-US" sz="2000" u="none" cap="none" strike="noStrike">
                          <a:solidFill>
                            <a:srgbClr val="D9D9D9"/>
                          </a:solidFill>
                          <a:latin typeface="Arial"/>
                          <a:ea typeface="Arial"/>
                          <a:cs typeface="Arial"/>
                          <a:sym typeface="Arial"/>
                        </a:rPr>
                        <a:t>To add photos, you can drag and drop them from your desktop, copy and paste, or go to INSERT &gt; PICTURES in the menu.</a:t>
                      </a:r>
                      <a:endParaRPr/>
                    </a:p>
                    <a:p>
                      <a:pPr indent="0" lvl="0" marL="0" marR="0" rtl="0" algn="l">
                        <a:lnSpc>
                          <a:spcPct val="100000"/>
                        </a:lnSpc>
                        <a:spcBef>
                          <a:spcPts val="0"/>
                        </a:spcBef>
                        <a:spcAft>
                          <a:spcPts val="0"/>
                        </a:spcAft>
                        <a:buClr>
                          <a:schemeClr val="dk1"/>
                        </a:buClr>
                        <a:buSzPts val="2000"/>
                        <a:buFont typeface="Calibri"/>
                        <a:buNone/>
                      </a:pPr>
                      <a:r>
                        <a:t/>
                      </a:r>
                      <a:endParaRPr b="0" i="0" sz="2000" u="none" cap="none" strike="noStrike">
                        <a:solidFill>
                          <a:srgbClr val="D9D9D9"/>
                        </a:solidFill>
                        <a:latin typeface="Arial"/>
                        <a:ea typeface="Arial"/>
                        <a:cs typeface="Arial"/>
                        <a:sym typeface="Arial"/>
                      </a:endParaRPr>
                    </a:p>
                    <a:p>
                      <a:pPr indent="0" lvl="0" marL="0" marR="0" rtl="0" algn="l">
                        <a:lnSpc>
                          <a:spcPct val="100000"/>
                        </a:lnSpc>
                        <a:spcBef>
                          <a:spcPts val="0"/>
                        </a:spcBef>
                        <a:spcAft>
                          <a:spcPts val="0"/>
                        </a:spcAft>
                        <a:buClr>
                          <a:srgbClr val="D9D9D9"/>
                        </a:buClr>
                        <a:buSzPts val="2000"/>
                        <a:buFont typeface="Arial"/>
                        <a:buNone/>
                      </a:pPr>
                      <a:r>
                        <a:rPr b="0" i="0" lang="en-US" sz="2000" u="none" cap="none" strike="noStrike">
                          <a:solidFill>
                            <a:srgbClr val="D9D9D9"/>
                          </a:solidFill>
                          <a:latin typeface="Arial"/>
                          <a:ea typeface="Arial"/>
                          <a:cs typeface="Arial"/>
                          <a:sym typeface="Arial"/>
                        </a:rPr>
                        <a:t>To resize images proportionally, drag one of the white corner handles (small circles or squares). The middle handles will stretch and distort your image. </a:t>
                      </a:r>
                      <a:endParaRPr/>
                    </a:p>
                  </a:txBody>
                  <a:tcPr marT="137150" marB="45725" marR="91450" marL="182875">
                    <a:solidFill>
                      <a:srgbClr val="010101"/>
                    </a:solidFill>
                  </a:tcPr>
                </a:tc>
                <a:tc hMerge="1"/>
              </a:tr>
              <a:tr h="2254300">
                <a:tc gridSpan="2">
                  <a:txBody>
                    <a:bodyPr/>
                    <a:lstStyle/>
                    <a:p>
                      <a:pPr indent="0" lvl="0" marL="0" marR="0" rtl="0" algn="l">
                        <a:spcBef>
                          <a:spcPts val="0"/>
                        </a:spcBef>
                        <a:spcAft>
                          <a:spcPts val="0"/>
                        </a:spcAft>
                        <a:buNone/>
                      </a:pPr>
                      <a:r>
                        <a:t/>
                      </a:r>
                      <a:endParaRPr sz="2000">
                        <a:solidFill>
                          <a:schemeClr val="lt1"/>
                        </a:solidFill>
                        <a:latin typeface="Arial"/>
                        <a:ea typeface="Arial"/>
                        <a:cs typeface="Arial"/>
                        <a:sym typeface="Arial"/>
                      </a:endParaRPr>
                    </a:p>
                  </a:txBody>
                  <a:tcPr marT="137150" marB="45725" marR="91450" marL="182875"/>
                </a:tc>
                <a:tc hMerge="1"/>
              </a:tr>
              <a:tr h="2037525">
                <a:tc gridSpan="2">
                  <a:txBody>
                    <a:bodyPr/>
                    <a:lstStyle/>
                    <a:p>
                      <a:pPr indent="0" lvl="0" marL="0" marR="0" rtl="0" algn="l">
                        <a:lnSpc>
                          <a:spcPct val="100000"/>
                        </a:lnSpc>
                        <a:spcBef>
                          <a:spcPts val="0"/>
                        </a:spcBef>
                        <a:spcAft>
                          <a:spcPts val="0"/>
                        </a:spcAft>
                        <a:buClr>
                          <a:srgbClr val="FFC000"/>
                        </a:buClr>
                        <a:buSzPts val="2400"/>
                        <a:buFont typeface="Arial"/>
                        <a:buNone/>
                      </a:pPr>
                      <a:r>
                        <a:rPr b="1" lang="en-US" sz="2400">
                          <a:solidFill>
                            <a:srgbClr val="FFC000"/>
                          </a:solidFill>
                          <a:latin typeface="Arial"/>
                          <a:ea typeface="Arial"/>
                          <a:cs typeface="Arial"/>
                          <a:sym typeface="Arial"/>
                        </a:rPr>
                        <a:t>Quality check your graphics</a:t>
                      </a:r>
                      <a:endParaRPr/>
                    </a:p>
                    <a:p>
                      <a:pPr indent="0" lvl="0" marL="0" marR="0" rtl="0" algn="l">
                        <a:lnSpc>
                          <a:spcPct val="100000"/>
                        </a:lnSpc>
                        <a:spcBef>
                          <a:spcPts val="0"/>
                        </a:spcBef>
                        <a:spcAft>
                          <a:spcPts val="0"/>
                        </a:spcAft>
                        <a:buClr>
                          <a:srgbClr val="D9D9D9"/>
                        </a:buClr>
                        <a:buSzPts val="2000"/>
                        <a:buFont typeface="Arial"/>
                        <a:buNone/>
                      </a:pPr>
                      <a:r>
                        <a:rPr lang="en-US" sz="2000">
                          <a:solidFill>
                            <a:srgbClr val="D9D9D9"/>
                          </a:solidFill>
                          <a:latin typeface="Arial"/>
                          <a:ea typeface="Arial"/>
                          <a:cs typeface="Arial"/>
                          <a:sym typeface="Arial"/>
                        </a:rPr>
                        <a:t>Zoom in on your images to a magnification level of 100%-200% in PowerPoint to check their clarity. This allows you to preview how the images will appear when printed. If the images look sharp and clear at this zoom level, they will likely print well without losing quality. However, if the images appear blurry or pixelated, consider using higher-resolution versions to ensure they print properly.</a:t>
                      </a:r>
                      <a:endParaRPr/>
                    </a:p>
                  </a:txBody>
                  <a:tcPr marT="137150" marB="45725" marR="91450" marL="182875">
                    <a:solidFill>
                      <a:srgbClr val="010101"/>
                    </a:solidFill>
                  </a:tcPr>
                </a:tc>
                <a:tc hMerge="1"/>
              </a:tr>
              <a:tr h="3133250">
                <a:tc gridSpan="2">
                  <a:txBody>
                    <a:bodyPr/>
                    <a:lstStyle/>
                    <a:p>
                      <a:pPr indent="0" lvl="0" marL="0" marR="0" rtl="0" algn="l">
                        <a:lnSpc>
                          <a:spcPct val="100000"/>
                        </a:lnSpc>
                        <a:spcBef>
                          <a:spcPts val="0"/>
                        </a:spcBef>
                        <a:spcAft>
                          <a:spcPts val="0"/>
                        </a:spcAft>
                        <a:buClr>
                          <a:schemeClr val="dk1"/>
                        </a:buClr>
                        <a:buSzPts val="2000"/>
                        <a:buFont typeface="Calibri"/>
                        <a:buNone/>
                      </a:pPr>
                      <a:r>
                        <a:t/>
                      </a:r>
                      <a:endParaRPr sz="2000">
                        <a:solidFill>
                          <a:schemeClr val="lt1"/>
                        </a:solidFill>
                        <a:latin typeface="Arial"/>
                        <a:ea typeface="Arial"/>
                        <a:cs typeface="Arial"/>
                        <a:sym typeface="Arial"/>
                      </a:endParaRPr>
                    </a:p>
                  </a:txBody>
                  <a:tcPr marT="137150" marB="45725" marR="91450" marL="182875"/>
                </a:tc>
                <a:tc hMerge="1"/>
              </a:tr>
            </a:tbl>
          </a:graphicData>
        </a:graphic>
      </p:graphicFrame>
      <p:graphicFrame>
        <p:nvGraphicFramePr>
          <p:cNvPr id="21" name="Google Shape;21;p1"/>
          <p:cNvGraphicFramePr/>
          <p:nvPr/>
        </p:nvGraphicFramePr>
        <p:xfrm>
          <a:off x="44945300" y="-1"/>
          <a:ext cx="3000000" cy="3000000"/>
        </p:xfrm>
        <a:graphic>
          <a:graphicData uri="http://schemas.openxmlformats.org/drawingml/2006/table">
            <a:tbl>
              <a:tblPr bandRow="1" firstRow="1">
                <a:noFill/>
                <a:tableStyleId>{3BDE7587-4E86-42DE-B49B-E62EB2135FD8}</a:tableStyleId>
              </a:tblPr>
              <a:tblGrid>
                <a:gridCol w="4343400"/>
                <a:gridCol w="663375"/>
                <a:gridCol w="4704800"/>
              </a:tblGrid>
              <a:tr h="1391825">
                <a:tc gridSpan="3">
                  <a:txBody>
                    <a:bodyPr/>
                    <a:lstStyle/>
                    <a:p>
                      <a:pPr indent="0" lvl="0" marL="0" marR="0" rtl="0" algn="ctr">
                        <a:lnSpc>
                          <a:spcPct val="100000"/>
                        </a:lnSpc>
                        <a:spcBef>
                          <a:spcPts val="0"/>
                        </a:spcBef>
                        <a:spcAft>
                          <a:spcPts val="0"/>
                        </a:spcAft>
                        <a:buClr>
                          <a:srgbClr val="1F3A4E"/>
                        </a:buClr>
                        <a:buSzPts val="4000"/>
                        <a:buFont typeface="Arial Black"/>
                        <a:buNone/>
                      </a:pPr>
                      <a:r>
                        <a:rPr b="0" lang="en-US" sz="4000">
                          <a:solidFill>
                            <a:srgbClr val="1F3A4E"/>
                          </a:solidFill>
                          <a:latin typeface="Arial Black"/>
                          <a:ea typeface="Arial Black"/>
                          <a:cs typeface="Arial Black"/>
                          <a:sym typeface="Arial Black"/>
                        </a:rPr>
                        <a:t>QUICK START GUIDE</a:t>
                      </a:r>
                      <a:br>
                        <a:rPr b="0" lang="en-US" sz="4000">
                          <a:solidFill>
                            <a:srgbClr val="1F3A4E"/>
                          </a:solidFill>
                          <a:latin typeface="Arial Black"/>
                          <a:ea typeface="Arial Black"/>
                          <a:cs typeface="Arial Black"/>
                          <a:sym typeface="Arial Black"/>
                        </a:rPr>
                      </a:br>
                      <a:r>
                        <a:rPr b="1" lang="en-US" sz="3200">
                          <a:solidFill>
                            <a:srgbClr val="FF0000"/>
                          </a:solidFill>
                          <a:latin typeface="Trebuchet MS"/>
                          <a:ea typeface="Trebuchet MS"/>
                          <a:cs typeface="Trebuchet MS"/>
                          <a:sym typeface="Trebuchet MS"/>
                        </a:rPr>
                        <a:t>(THIS SIDEBAR WILL APPEAR ON THE POSTER)</a:t>
                      </a:r>
                      <a:endParaRPr b="1" sz="4000">
                        <a:solidFill>
                          <a:schemeClr val="lt1"/>
                        </a:solidFill>
                        <a:latin typeface="Trebuchet MS"/>
                        <a:ea typeface="Trebuchet MS"/>
                        <a:cs typeface="Trebuchet MS"/>
                        <a:sym typeface="Trebuchet MS"/>
                      </a:endParaRPr>
                    </a:p>
                  </a:txBody>
                  <a:tcPr marT="137150" marB="45725" marR="91450" marL="182875">
                    <a:solidFill>
                      <a:srgbClr val="FFC000"/>
                    </a:solidFill>
                  </a:tcPr>
                </a:tc>
                <a:tc hMerge="1"/>
                <a:tc hMerge="1"/>
              </a:tr>
              <a:tr h="6811050">
                <a:tc>
                  <a:txBody>
                    <a:bodyPr/>
                    <a:lstStyle/>
                    <a:p>
                      <a:pPr indent="0" lvl="0" marL="0" marR="0" rtl="0" algn="l">
                        <a:spcBef>
                          <a:spcPts val="0"/>
                        </a:spcBef>
                        <a:spcAft>
                          <a:spcPts val="0"/>
                        </a:spcAft>
                        <a:buNone/>
                      </a:pPr>
                      <a:r>
                        <a:t/>
                      </a:r>
                      <a:endParaRPr sz="2000" u="none">
                        <a:solidFill>
                          <a:srgbClr val="FFC000"/>
                        </a:solidFill>
                      </a:endParaRPr>
                    </a:p>
                  </a:txBody>
                  <a:tcPr marT="137150" marB="45725" marR="91450" marL="182875"/>
                </a:tc>
                <a:tc gridSpan="2">
                  <a:txBody>
                    <a:bodyPr/>
                    <a:lstStyle/>
                    <a:p>
                      <a:pPr indent="0" lvl="0" marL="0" marR="0" rtl="0" algn="l">
                        <a:lnSpc>
                          <a:spcPct val="100000"/>
                        </a:lnSpc>
                        <a:spcBef>
                          <a:spcPts val="0"/>
                        </a:spcBef>
                        <a:spcAft>
                          <a:spcPts val="0"/>
                        </a:spcAft>
                        <a:buClr>
                          <a:srgbClr val="FFC000"/>
                        </a:buClr>
                        <a:buSzPts val="2800"/>
                        <a:buFont typeface="Arial"/>
                        <a:buNone/>
                      </a:pPr>
                      <a:r>
                        <a:rPr b="1" i="0" lang="en-US" sz="2800" u="none" cap="none" strike="noStrike">
                          <a:solidFill>
                            <a:srgbClr val="FFC000"/>
                          </a:solidFill>
                          <a:latin typeface="Arial"/>
                          <a:ea typeface="Arial"/>
                          <a:cs typeface="Arial"/>
                          <a:sym typeface="Arial"/>
                        </a:rPr>
                        <a:t>How to change the column layout configuration</a:t>
                      </a:r>
                      <a:endParaRPr/>
                    </a:p>
                    <a:p>
                      <a:pPr indent="0" lvl="0" marL="0" marR="0" rtl="0" algn="l">
                        <a:lnSpc>
                          <a:spcPct val="100000"/>
                        </a:lnSpc>
                        <a:spcBef>
                          <a:spcPts val="0"/>
                        </a:spcBef>
                        <a:spcAft>
                          <a:spcPts val="0"/>
                        </a:spcAft>
                        <a:buClr>
                          <a:srgbClr val="D9D9D9"/>
                        </a:buClr>
                        <a:buSzPts val="2400"/>
                        <a:buFont typeface="Arial"/>
                        <a:buNone/>
                      </a:pPr>
                      <a:r>
                        <a:rPr b="0" i="0" lang="en-US" sz="2400" u="none" cap="none" strike="noStrike">
                          <a:solidFill>
                            <a:srgbClr val="D9D9D9"/>
                          </a:solidFill>
                          <a:latin typeface="Arial"/>
                          <a:ea typeface="Arial"/>
                          <a:cs typeface="Arial"/>
                          <a:sym typeface="Arial"/>
                        </a:rPr>
                        <a:t>Most templates offer several layout configurations, including options for four, three, two, or one column. To change the column configuration of your poster, go to the Home tab and select Layout. A drop-down menu will display all available layout options for the template.</a:t>
                      </a:r>
                      <a:endParaRPr sz="2000" u="none">
                        <a:solidFill>
                          <a:srgbClr val="FFC000"/>
                        </a:solidFill>
                      </a:endParaRPr>
                    </a:p>
                  </a:txBody>
                  <a:tcPr marT="137150" marB="45725" marR="91450" marL="182875">
                    <a:solidFill>
                      <a:schemeClr val="dk1"/>
                    </a:solidFill>
                  </a:tcPr>
                </a:tc>
                <a:tc hMerge="1"/>
              </a:tr>
              <a:tr h="2459550">
                <a:tc>
                  <a:txBody>
                    <a:bodyPr/>
                    <a:lstStyle/>
                    <a:p>
                      <a:pPr indent="0" lvl="0" marL="0" marR="0" rtl="0" algn="l">
                        <a:lnSpc>
                          <a:spcPct val="100000"/>
                        </a:lnSpc>
                        <a:spcBef>
                          <a:spcPts val="0"/>
                        </a:spcBef>
                        <a:spcAft>
                          <a:spcPts val="0"/>
                        </a:spcAft>
                        <a:buClr>
                          <a:schemeClr val="dk1"/>
                        </a:buClr>
                        <a:buSzPts val="2400"/>
                        <a:buFont typeface="Calibri"/>
                        <a:buNone/>
                      </a:pPr>
                      <a:r>
                        <a:t/>
                      </a:r>
                      <a:endParaRPr sz="2400">
                        <a:solidFill>
                          <a:srgbClr val="D9D9D9"/>
                        </a:solidFill>
                        <a:latin typeface="Arial"/>
                        <a:ea typeface="Arial"/>
                        <a:cs typeface="Arial"/>
                        <a:sym typeface="Arial"/>
                      </a:endParaRPr>
                    </a:p>
                    <a:p>
                      <a:pPr indent="0" lvl="0" marL="0" marR="0" rtl="0" algn="l">
                        <a:lnSpc>
                          <a:spcPct val="100000"/>
                        </a:lnSpc>
                        <a:spcBef>
                          <a:spcPts val="0"/>
                        </a:spcBef>
                        <a:spcAft>
                          <a:spcPts val="0"/>
                        </a:spcAft>
                        <a:buClr>
                          <a:schemeClr val="dk1"/>
                        </a:buClr>
                        <a:buSzPts val="2400"/>
                        <a:buFont typeface="Calibri"/>
                        <a:buNone/>
                      </a:pPr>
                      <a:r>
                        <a:t/>
                      </a:r>
                      <a:endParaRPr sz="2400">
                        <a:solidFill>
                          <a:srgbClr val="D9D9D9"/>
                        </a:solidFill>
                        <a:latin typeface="Arial"/>
                        <a:ea typeface="Arial"/>
                        <a:cs typeface="Arial"/>
                        <a:sym typeface="Arial"/>
                      </a:endParaRPr>
                    </a:p>
                    <a:p>
                      <a:pPr indent="0" lvl="0" marL="0" marR="0" rtl="0" algn="l">
                        <a:lnSpc>
                          <a:spcPct val="100000"/>
                        </a:lnSpc>
                        <a:spcBef>
                          <a:spcPts val="0"/>
                        </a:spcBef>
                        <a:spcAft>
                          <a:spcPts val="0"/>
                        </a:spcAft>
                        <a:buClr>
                          <a:schemeClr val="dk1"/>
                        </a:buClr>
                        <a:buSzPts val="2400"/>
                        <a:buFont typeface="Calibri"/>
                        <a:buNone/>
                      </a:pPr>
                      <a:r>
                        <a:t/>
                      </a:r>
                      <a:endParaRPr sz="2400">
                        <a:solidFill>
                          <a:srgbClr val="D9D9D9"/>
                        </a:solidFill>
                        <a:latin typeface="Arial"/>
                        <a:ea typeface="Arial"/>
                        <a:cs typeface="Arial"/>
                        <a:sym typeface="Arial"/>
                      </a:endParaRPr>
                    </a:p>
                    <a:p>
                      <a:pPr indent="0" lvl="0" marL="0" marR="0" rtl="0" algn="l">
                        <a:lnSpc>
                          <a:spcPct val="100000"/>
                        </a:lnSpc>
                        <a:spcBef>
                          <a:spcPts val="0"/>
                        </a:spcBef>
                        <a:spcAft>
                          <a:spcPts val="0"/>
                        </a:spcAft>
                        <a:buClr>
                          <a:schemeClr val="dk1"/>
                        </a:buClr>
                        <a:buSzPts val="2400"/>
                        <a:buFont typeface="Calibri"/>
                        <a:buNone/>
                      </a:pPr>
                      <a:r>
                        <a:t/>
                      </a:r>
                      <a:endParaRPr sz="2400">
                        <a:solidFill>
                          <a:srgbClr val="D9D9D9"/>
                        </a:solidFill>
                        <a:latin typeface="Arial"/>
                        <a:ea typeface="Arial"/>
                        <a:cs typeface="Arial"/>
                        <a:sym typeface="Arial"/>
                      </a:endParaRPr>
                    </a:p>
                    <a:p>
                      <a:pPr indent="0" lvl="0" marL="0" marR="0" rtl="0" algn="l">
                        <a:lnSpc>
                          <a:spcPct val="100000"/>
                        </a:lnSpc>
                        <a:spcBef>
                          <a:spcPts val="0"/>
                        </a:spcBef>
                        <a:spcAft>
                          <a:spcPts val="0"/>
                        </a:spcAft>
                        <a:buClr>
                          <a:srgbClr val="D9D9D9"/>
                        </a:buClr>
                        <a:buSzPts val="2400"/>
                        <a:buFont typeface="Arial"/>
                        <a:buNone/>
                      </a:pPr>
                      <a:r>
                        <a:rPr lang="en-US" sz="2400">
                          <a:solidFill>
                            <a:srgbClr val="D9D9D9"/>
                          </a:solidFill>
                          <a:latin typeface="Arial"/>
                          <a:ea typeface="Arial"/>
                          <a:cs typeface="Arial"/>
                          <a:sym typeface="Arial"/>
                        </a:rPr>
                        <a:t>1. Click on the View tab, and then click Slide Master</a:t>
                      </a:r>
                      <a:endParaRPr/>
                    </a:p>
                  </a:txBody>
                  <a:tcPr marT="137150" marB="45725" marR="91450" marL="182875"/>
                </a:tc>
                <a:tc gridSpan="2" rowSpan="3">
                  <a:txBody>
                    <a:bodyPr/>
                    <a:lstStyle/>
                    <a:p>
                      <a:pPr indent="0" lvl="0" marL="0" marR="0" rtl="0" algn="l">
                        <a:lnSpc>
                          <a:spcPct val="100000"/>
                        </a:lnSpc>
                        <a:spcBef>
                          <a:spcPts val="0"/>
                        </a:spcBef>
                        <a:spcAft>
                          <a:spcPts val="0"/>
                        </a:spcAft>
                        <a:buClr>
                          <a:srgbClr val="FFC000"/>
                        </a:buClr>
                        <a:buSzPts val="2800"/>
                        <a:buFont typeface="Arial"/>
                        <a:buNone/>
                      </a:pPr>
                      <a:r>
                        <a:rPr b="1" lang="en-US" sz="2800">
                          <a:solidFill>
                            <a:srgbClr val="FFC000"/>
                          </a:solidFill>
                          <a:latin typeface="Arial"/>
                          <a:ea typeface="Arial"/>
                          <a:cs typeface="Arial"/>
                          <a:sym typeface="Arial"/>
                        </a:rPr>
                        <a:t>How to delete the QUICK START GUIDE bars from the sides of this template</a:t>
                      </a:r>
                      <a:endParaRPr/>
                    </a:p>
                    <a:p>
                      <a:pPr indent="0" lvl="0" marL="0" marR="0" rtl="0" algn="l">
                        <a:lnSpc>
                          <a:spcPct val="100000"/>
                        </a:lnSpc>
                        <a:spcBef>
                          <a:spcPts val="0"/>
                        </a:spcBef>
                        <a:spcAft>
                          <a:spcPts val="0"/>
                        </a:spcAft>
                        <a:buClr>
                          <a:srgbClr val="D9D9D9"/>
                        </a:buClr>
                        <a:buSzPts val="2400"/>
                        <a:buFont typeface="Arial"/>
                        <a:buNone/>
                      </a:pPr>
                      <a:r>
                        <a:rPr lang="en-US" sz="2400">
                          <a:solidFill>
                            <a:srgbClr val="D9D9D9"/>
                          </a:solidFill>
                          <a:latin typeface="Arial"/>
                          <a:ea typeface="Arial"/>
                          <a:cs typeface="Arial"/>
                          <a:sym typeface="Arial"/>
                        </a:rPr>
                        <a:t>The Quick Start Guides are positioned outside the template's printable area, so they will not appear on the printed poster.</a:t>
                      </a:r>
                      <a:endParaRPr/>
                    </a:p>
                    <a:p>
                      <a:pPr indent="0" lvl="0" marL="0" marR="0" rtl="0" algn="l">
                        <a:lnSpc>
                          <a:spcPct val="100000"/>
                        </a:lnSpc>
                        <a:spcBef>
                          <a:spcPts val="0"/>
                        </a:spcBef>
                        <a:spcAft>
                          <a:spcPts val="0"/>
                        </a:spcAft>
                        <a:buClr>
                          <a:schemeClr val="dk1"/>
                        </a:buClr>
                        <a:buSzPts val="2400"/>
                        <a:buFont typeface="Calibri"/>
                        <a:buNone/>
                      </a:pPr>
                      <a:r>
                        <a:t/>
                      </a:r>
                      <a:endParaRPr sz="2400">
                        <a:solidFill>
                          <a:srgbClr val="D9D9D9"/>
                        </a:solidFill>
                        <a:latin typeface="Arial"/>
                        <a:ea typeface="Arial"/>
                        <a:cs typeface="Arial"/>
                        <a:sym typeface="Arial"/>
                      </a:endParaRPr>
                    </a:p>
                    <a:p>
                      <a:pPr indent="0" lvl="0" marL="0" marR="0" rtl="0" algn="l">
                        <a:lnSpc>
                          <a:spcPct val="100000"/>
                        </a:lnSpc>
                        <a:spcBef>
                          <a:spcPts val="0"/>
                        </a:spcBef>
                        <a:spcAft>
                          <a:spcPts val="0"/>
                        </a:spcAft>
                        <a:buClr>
                          <a:srgbClr val="D9D9D9"/>
                        </a:buClr>
                        <a:buSzPts val="2400"/>
                        <a:buFont typeface="Arial"/>
                        <a:buNone/>
                      </a:pPr>
                      <a:r>
                        <a:rPr lang="en-US" sz="2400">
                          <a:solidFill>
                            <a:srgbClr val="D9D9D9"/>
                          </a:solidFill>
                          <a:latin typeface="Arial"/>
                          <a:ea typeface="Arial"/>
                          <a:cs typeface="Arial"/>
                          <a:sym typeface="Arial"/>
                        </a:rPr>
                        <a:t>If you save the file as a PDF using the Save As menu, the guides will also be excluded.</a:t>
                      </a:r>
                      <a:endParaRPr/>
                    </a:p>
                    <a:p>
                      <a:pPr indent="0" lvl="0" marL="0" marR="0" rtl="0" algn="l">
                        <a:lnSpc>
                          <a:spcPct val="100000"/>
                        </a:lnSpc>
                        <a:spcBef>
                          <a:spcPts val="0"/>
                        </a:spcBef>
                        <a:spcAft>
                          <a:spcPts val="0"/>
                        </a:spcAft>
                        <a:buClr>
                          <a:schemeClr val="dk1"/>
                        </a:buClr>
                        <a:buSzPts val="2400"/>
                        <a:buFont typeface="Calibri"/>
                        <a:buNone/>
                      </a:pPr>
                      <a:r>
                        <a:t/>
                      </a:r>
                      <a:endParaRPr sz="2400">
                        <a:solidFill>
                          <a:srgbClr val="D9D9D9"/>
                        </a:solidFill>
                        <a:latin typeface="Arial"/>
                        <a:ea typeface="Arial"/>
                        <a:cs typeface="Arial"/>
                        <a:sym typeface="Arial"/>
                      </a:endParaRPr>
                    </a:p>
                    <a:p>
                      <a:pPr indent="0" lvl="0" marL="0" marR="0" rtl="0" algn="l">
                        <a:lnSpc>
                          <a:spcPct val="100000"/>
                        </a:lnSpc>
                        <a:spcBef>
                          <a:spcPts val="0"/>
                        </a:spcBef>
                        <a:spcAft>
                          <a:spcPts val="0"/>
                        </a:spcAft>
                        <a:buClr>
                          <a:srgbClr val="D9D9D9"/>
                        </a:buClr>
                        <a:buSzPts val="2400"/>
                        <a:buFont typeface="Arial"/>
                        <a:buNone/>
                      </a:pPr>
                      <a:r>
                        <a:rPr lang="en-US" sz="2400">
                          <a:solidFill>
                            <a:srgbClr val="D9D9D9"/>
                          </a:solidFill>
                          <a:latin typeface="Arial"/>
                          <a:ea typeface="Arial"/>
                          <a:cs typeface="Arial"/>
                          <a:sym typeface="Arial"/>
                        </a:rPr>
                        <a:t>Alternatively, you can remove them directly from the Slide Master.</a:t>
                      </a:r>
                      <a:endParaRPr/>
                    </a:p>
                  </a:txBody>
                  <a:tcPr marT="137150" marB="45725" marR="91450" marL="182875">
                    <a:solidFill>
                      <a:srgbClr val="010101"/>
                    </a:solidFill>
                  </a:tcPr>
                </a:tc>
                <a:tc rowSpan="3" hMerge="1"/>
              </a:tr>
              <a:tr h="1640350">
                <a:tc>
                  <a:txBody>
                    <a:bodyPr/>
                    <a:lstStyle/>
                    <a:p>
                      <a:pPr indent="0" lvl="0" marL="0" marR="0" rtl="0" algn="l">
                        <a:lnSpc>
                          <a:spcPct val="100000"/>
                        </a:lnSpc>
                        <a:spcBef>
                          <a:spcPts val="0"/>
                        </a:spcBef>
                        <a:spcAft>
                          <a:spcPts val="0"/>
                        </a:spcAft>
                        <a:buClr>
                          <a:schemeClr val="dk1"/>
                        </a:buClr>
                        <a:buSzPts val="2400"/>
                        <a:buFont typeface="Calibri"/>
                        <a:buNone/>
                      </a:pPr>
                      <a:r>
                        <a:t/>
                      </a:r>
                      <a:endParaRPr sz="2400">
                        <a:solidFill>
                          <a:srgbClr val="D9D9D9"/>
                        </a:solidFill>
                        <a:latin typeface="Arial"/>
                        <a:ea typeface="Arial"/>
                        <a:cs typeface="Arial"/>
                        <a:sym typeface="Arial"/>
                      </a:endParaRPr>
                    </a:p>
                  </a:txBody>
                  <a:tcPr marT="137150" marB="45725" marR="91450" marL="182875"/>
                </a:tc>
                <a:tc gridSpan="2" vMerge="1"/>
                <a:tc hMerge="1" vMerge="1"/>
              </a:tr>
              <a:tr h="2729800">
                <a:tc>
                  <a:txBody>
                    <a:bodyPr/>
                    <a:lstStyle/>
                    <a:p>
                      <a:pPr indent="0" lvl="0" marL="0" marR="0" rtl="0" algn="l">
                        <a:lnSpc>
                          <a:spcPct val="100000"/>
                        </a:lnSpc>
                        <a:spcBef>
                          <a:spcPts val="0"/>
                        </a:spcBef>
                        <a:spcAft>
                          <a:spcPts val="0"/>
                        </a:spcAft>
                        <a:buClr>
                          <a:srgbClr val="D9D9D9"/>
                        </a:buClr>
                        <a:buSzPts val="2400"/>
                        <a:buFont typeface="Arial"/>
                        <a:buNone/>
                      </a:pPr>
                      <a:r>
                        <a:rPr lang="en-US" sz="2400">
                          <a:solidFill>
                            <a:srgbClr val="D9D9D9"/>
                          </a:solidFill>
                          <a:latin typeface="Arial"/>
                          <a:ea typeface="Arial"/>
                          <a:cs typeface="Arial"/>
                          <a:sym typeface="Arial"/>
                        </a:rPr>
                        <a:t>2. Select the Master you are working on.</a:t>
                      </a:r>
                      <a:endParaRPr/>
                    </a:p>
                    <a:p>
                      <a:pPr indent="0" lvl="0" marL="0" marR="0" rtl="0" algn="l">
                        <a:lnSpc>
                          <a:spcPct val="100000"/>
                        </a:lnSpc>
                        <a:spcBef>
                          <a:spcPts val="0"/>
                        </a:spcBef>
                        <a:spcAft>
                          <a:spcPts val="0"/>
                        </a:spcAft>
                        <a:buClr>
                          <a:srgbClr val="D9D9D9"/>
                        </a:buClr>
                        <a:buSzPts val="2400"/>
                        <a:buFont typeface="Arial"/>
                        <a:buNone/>
                      </a:pPr>
                      <a:r>
                        <a:rPr lang="en-US" sz="2400">
                          <a:solidFill>
                            <a:srgbClr val="D9D9D9"/>
                          </a:solidFill>
                          <a:latin typeface="Arial"/>
                          <a:ea typeface="Arial"/>
                          <a:cs typeface="Arial"/>
                          <a:sym typeface="Arial"/>
                        </a:rPr>
                        <a:t>3. Click on the border of the Guide box and delete.</a:t>
                      </a:r>
                      <a:br>
                        <a:rPr lang="en-US" sz="2400">
                          <a:solidFill>
                            <a:srgbClr val="D9D9D9"/>
                          </a:solidFill>
                          <a:latin typeface="Arial"/>
                          <a:ea typeface="Arial"/>
                          <a:cs typeface="Arial"/>
                          <a:sym typeface="Arial"/>
                        </a:rPr>
                      </a:br>
                      <a:r>
                        <a:rPr lang="en-US" sz="2400">
                          <a:solidFill>
                            <a:srgbClr val="D9D9D9"/>
                          </a:solidFill>
                          <a:latin typeface="Arial"/>
                          <a:ea typeface="Arial"/>
                          <a:cs typeface="Arial"/>
                          <a:sym typeface="Arial"/>
                        </a:rPr>
                        <a:t>4. IMPORTANT: Do not forget to exit the Master when finished.</a:t>
                      </a:r>
                      <a:endParaRPr/>
                    </a:p>
                  </a:txBody>
                  <a:tcPr marT="137150" marB="45725" marR="91450" marL="182875">
                    <a:solidFill>
                      <a:srgbClr val="010101"/>
                    </a:solidFill>
                  </a:tcPr>
                </a:tc>
                <a:tc gridSpan="2" vMerge="1"/>
                <a:tc hMerge="1" vMerge="1"/>
              </a:tr>
              <a:tr h="4670975">
                <a:tc>
                  <a:txBody>
                    <a:bodyPr/>
                    <a:lstStyle/>
                    <a:p>
                      <a:pPr indent="0" lvl="0" marL="0" marR="0" rtl="0" algn="l">
                        <a:spcBef>
                          <a:spcPts val="0"/>
                        </a:spcBef>
                        <a:spcAft>
                          <a:spcPts val="0"/>
                        </a:spcAft>
                        <a:buNone/>
                      </a:pPr>
                      <a:r>
                        <a:rPr b="1" lang="en-US" sz="2800">
                          <a:solidFill>
                            <a:srgbClr val="FFC000"/>
                          </a:solidFill>
                          <a:latin typeface="Arial"/>
                          <a:ea typeface="Arial"/>
                          <a:cs typeface="Arial"/>
                          <a:sym typeface="Arial"/>
                        </a:rPr>
                        <a:t>How to</a:t>
                      </a:r>
                      <a:r>
                        <a:rPr b="1" lang="en-US" sz="2800">
                          <a:solidFill>
                            <a:srgbClr val="FFC000"/>
                          </a:solidFill>
                          <a:latin typeface="Arial"/>
                          <a:ea typeface="Arial"/>
                          <a:cs typeface="Arial"/>
                          <a:sym typeface="Arial"/>
                        </a:rPr>
                        <a:t> preview your poster prior to printing</a:t>
                      </a:r>
                      <a:endParaRPr b="1" sz="2800">
                        <a:solidFill>
                          <a:srgbClr val="FFC000"/>
                        </a:solidFill>
                        <a:latin typeface="Arial"/>
                        <a:ea typeface="Arial"/>
                        <a:cs typeface="Arial"/>
                        <a:sym typeface="Arial"/>
                      </a:endParaRPr>
                    </a:p>
                    <a:p>
                      <a:pPr indent="0" lvl="0" marL="0" marR="0" rtl="0" algn="l">
                        <a:spcBef>
                          <a:spcPts val="0"/>
                        </a:spcBef>
                        <a:spcAft>
                          <a:spcPts val="0"/>
                        </a:spcAft>
                        <a:buNone/>
                      </a:pPr>
                      <a:r>
                        <a:rPr lang="en-US" sz="2400">
                          <a:solidFill>
                            <a:srgbClr val="D9D9D9"/>
                          </a:solidFill>
                          <a:latin typeface="Arial"/>
                          <a:ea typeface="Arial"/>
                          <a:cs typeface="Arial"/>
                          <a:sym typeface="Arial"/>
                        </a:rPr>
                        <a:t>You can preview your poster at any time by pressing the </a:t>
                      </a:r>
                      <a:r>
                        <a:rPr b="1" lang="en-US" sz="2400">
                          <a:solidFill>
                            <a:srgbClr val="FFC000"/>
                          </a:solidFill>
                          <a:latin typeface="Arial"/>
                          <a:ea typeface="Arial"/>
                          <a:cs typeface="Arial"/>
                          <a:sym typeface="Arial"/>
                        </a:rPr>
                        <a:t>F5 key </a:t>
                      </a:r>
                      <a:r>
                        <a:rPr lang="en-US" sz="2400">
                          <a:solidFill>
                            <a:srgbClr val="D9D9D9"/>
                          </a:solidFill>
                          <a:latin typeface="Arial"/>
                          <a:ea typeface="Arial"/>
                          <a:cs typeface="Arial"/>
                          <a:sym typeface="Arial"/>
                        </a:rPr>
                        <a:t>on your keyboard (Windows) or by clicking on the SLIDESHOW tab. This will display your poster on the screen, showing how it will appear when printed. To exit the preview, press the </a:t>
                      </a:r>
                      <a:r>
                        <a:rPr b="1" lang="en-US" sz="2400">
                          <a:solidFill>
                            <a:srgbClr val="FFC000"/>
                          </a:solidFill>
                          <a:latin typeface="Arial"/>
                          <a:ea typeface="Arial"/>
                          <a:cs typeface="Arial"/>
                          <a:sym typeface="Arial"/>
                        </a:rPr>
                        <a:t>ESC</a:t>
                      </a:r>
                      <a:r>
                        <a:rPr lang="en-US" sz="2400">
                          <a:solidFill>
                            <a:srgbClr val="D9D9D9"/>
                          </a:solidFill>
                          <a:latin typeface="Arial"/>
                          <a:ea typeface="Arial"/>
                          <a:cs typeface="Arial"/>
                          <a:sym typeface="Arial"/>
                        </a:rPr>
                        <a:t> key.</a:t>
                      </a:r>
                      <a:endParaRPr/>
                    </a:p>
                  </a:txBody>
                  <a:tcPr marT="137150" marB="45725" marR="91450" marL="182875">
                    <a:solidFill>
                      <a:srgbClr val="010101"/>
                    </a:solidFill>
                  </a:tcPr>
                </a:tc>
                <a:tc gridSpan="2">
                  <a:txBody>
                    <a:bodyPr/>
                    <a:lstStyle/>
                    <a:p>
                      <a:pPr indent="0" lvl="0" marL="0" marR="0" rtl="0" algn="ctr">
                        <a:spcBef>
                          <a:spcPts val="0"/>
                        </a:spcBef>
                        <a:spcAft>
                          <a:spcPts val="0"/>
                        </a:spcAft>
                        <a:buNone/>
                      </a:pPr>
                      <a:r>
                        <a:rPr b="1" lang="en-US" sz="11500">
                          <a:solidFill>
                            <a:srgbClr val="D9D9D9"/>
                          </a:solidFill>
                          <a:latin typeface="Arial"/>
                          <a:ea typeface="Arial"/>
                          <a:cs typeface="Arial"/>
                          <a:sym typeface="Arial"/>
                        </a:rPr>
                        <a:t>F5</a:t>
                      </a:r>
                      <a:br>
                        <a:rPr b="1" lang="en-US" sz="11500">
                          <a:solidFill>
                            <a:srgbClr val="D9D9D9"/>
                          </a:solidFill>
                          <a:latin typeface="Arial"/>
                          <a:ea typeface="Arial"/>
                          <a:cs typeface="Arial"/>
                          <a:sym typeface="Arial"/>
                        </a:rPr>
                      </a:br>
                      <a:r>
                        <a:rPr b="1" lang="en-US" sz="2800">
                          <a:solidFill>
                            <a:srgbClr val="D9D9D9"/>
                          </a:solidFill>
                          <a:latin typeface="Arial"/>
                          <a:ea typeface="Arial"/>
                          <a:cs typeface="Arial"/>
                          <a:sym typeface="Arial"/>
                        </a:rPr>
                        <a:t>(Windows)</a:t>
                      </a:r>
                      <a:br>
                        <a:rPr b="1" lang="en-US" sz="2800">
                          <a:solidFill>
                            <a:srgbClr val="D9D9D9"/>
                          </a:solidFill>
                          <a:latin typeface="Arial"/>
                          <a:ea typeface="Arial"/>
                          <a:cs typeface="Arial"/>
                          <a:sym typeface="Arial"/>
                        </a:rPr>
                      </a:br>
                      <a:r>
                        <a:rPr b="1" lang="en-US" sz="2800">
                          <a:solidFill>
                            <a:srgbClr val="D9D9D9"/>
                          </a:solidFill>
                          <a:latin typeface="Arial"/>
                          <a:ea typeface="Arial"/>
                          <a:cs typeface="Arial"/>
                          <a:sym typeface="Arial"/>
                        </a:rPr>
                        <a:t>Or click on the SLIDESHOW tab (Mac and Windows)</a:t>
                      </a:r>
                      <a:endParaRPr sz="2400">
                        <a:solidFill>
                          <a:srgbClr val="D9D9D9"/>
                        </a:solidFill>
                        <a:latin typeface="Arial"/>
                        <a:ea typeface="Arial"/>
                        <a:cs typeface="Arial"/>
                        <a:sym typeface="Arial"/>
                      </a:endParaRPr>
                    </a:p>
                  </a:txBody>
                  <a:tcPr marT="137150" marB="45725" marR="91450" marL="182875" anchor="ctr">
                    <a:solidFill>
                      <a:srgbClr val="0C0C0C"/>
                    </a:solidFill>
                  </a:tcPr>
                </a:tc>
                <a:tc hMerge="1"/>
              </a:tr>
              <a:tr h="4792950">
                <a:tc gridSpan="3">
                  <a:txBody>
                    <a:bodyPr/>
                    <a:lstStyle/>
                    <a:p>
                      <a:pPr indent="0" lvl="0" marL="0" marR="0" rtl="0" algn="l">
                        <a:lnSpc>
                          <a:spcPct val="100000"/>
                        </a:lnSpc>
                        <a:spcBef>
                          <a:spcPts val="0"/>
                        </a:spcBef>
                        <a:spcAft>
                          <a:spcPts val="0"/>
                        </a:spcAft>
                        <a:buClr>
                          <a:srgbClr val="FFC000"/>
                        </a:buClr>
                        <a:buSzPts val="2800"/>
                        <a:buFont typeface="Arial"/>
                        <a:buNone/>
                      </a:pPr>
                      <a:r>
                        <a:rPr b="1" lang="en-US" sz="2800">
                          <a:solidFill>
                            <a:srgbClr val="FFC000"/>
                          </a:solidFill>
                          <a:latin typeface="Arial"/>
                          <a:ea typeface="Arial"/>
                          <a:cs typeface="Arial"/>
                          <a:sym typeface="Arial"/>
                        </a:rPr>
                        <a:t>Printing your poster</a:t>
                      </a:r>
                      <a:endParaRPr/>
                    </a:p>
                    <a:p>
                      <a:pPr indent="0" lvl="0" marL="0" marR="0" rtl="0" algn="l">
                        <a:lnSpc>
                          <a:spcPct val="100000"/>
                        </a:lnSpc>
                        <a:spcBef>
                          <a:spcPts val="0"/>
                        </a:spcBef>
                        <a:spcAft>
                          <a:spcPts val="0"/>
                        </a:spcAft>
                        <a:buClr>
                          <a:srgbClr val="D9D9D9"/>
                        </a:buClr>
                        <a:buSzPts val="2400"/>
                        <a:buFont typeface="Arial"/>
                        <a:buNone/>
                      </a:pPr>
                      <a:r>
                        <a:rPr lang="en-US" sz="2400">
                          <a:solidFill>
                            <a:srgbClr val="D9D9D9"/>
                          </a:solidFill>
                          <a:latin typeface="Arial"/>
                          <a:ea typeface="Arial"/>
                          <a:cs typeface="Arial"/>
                          <a:sym typeface="Arial"/>
                        </a:rPr>
                        <a:t>To print your poster, visit </a:t>
                      </a:r>
                      <a:r>
                        <a:rPr lang="en-US" sz="2400">
                          <a:solidFill>
                            <a:srgbClr val="FFC000"/>
                          </a:solidFill>
                          <a:latin typeface="Arial"/>
                          <a:ea typeface="Arial"/>
                          <a:cs typeface="Arial"/>
                          <a:sym typeface="Arial"/>
                        </a:rPr>
                        <a:t>PosterPresentations.com </a:t>
                      </a:r>
                      <a:r>
                        <a:rPr lang="en-US" sz="2400">
                          <a:solidFill>
                            <a:srgbClr val="D9D9D9"/>
                          </a:solidFill>
                          <a:latin typeface="Arial"/>
                          <a:ea typeface="Arial"/>
                          <a:cs typeface="Arial"/>
                          <a:sym typeface="Arial"/>
                        </a:rPr>
                        <a:t>and click the "</a:t>
                      </a:r>
                      <a:r>
                        <a:rPr lang="en-US" sz="2400">
                          <a:solidFill>
                            <a:srgbClr val="FFC000"/>
                          </a:solidFill>
                          <a:latin typeface="Arial"/>
                          <a:ea typeface="Arial"/>
                          <a:cs typeface="Arial"/>
                          <a:sym typeface="Arial"/>
                        </a:rPr>
                        <a:t>PRINT</a:t>
                      </a:r>
                      <a:r>
                        <a:rPr lang="en-US" sz="2400">
                          <a:solidFill>
                            <a:srgbClr val="D9D9D9"/>
                          </a:solidFill>
                          <a:latin typeface="Arial"/>
                          <a:ea typeface="Arial"/>
                          <a:cs typeface="Arial"/>
                          <a:sym typeface="Arial"/>
                        </a:rPr>
                        <a:t>" button, or choose from the available poster types. Options include professional paper, fabric for convenient travel, trifold, and other printing materials.</a:t>
                      </a:r>
                      <a:endParaRPr/>
                    </a:p>
                    <a:p>
                      <a:pPr indent="0" lvl="0" marL="0" marR="0" rtl="0" algn="l">
                        <a:lnSpc>
                          <a:spcPct val="100000"/>
                        </a:lnSpc>
                        <a:spcBef>
                          <a:spcPts val="0"/>
                        </a:spcBef>
                        <a:spcAft>
                          <a:spcPts val="0"/>
                        </a:spcAft>
                        <a:buClr>
                          <a:schemeClr val="dk1"/>
                        </a:buClr>
                        <a:buSzPts val="2400"/>
                        <a:buFont typeface="Calibri"/>
                        <a:buNone/>
                      </a:pPr>
                      <a:r>
                        <a:t/>
                      </a:r>
                      <a:endParaRPr sz="2400">
                        <a:solidFill>
                          <a:srgbClr val="D9D9D9"/>
                        </a:solidFill>
                        <a:latin typeface="Arial"/>
                        <a:ea typeface="Arial"/>
                        <a:cs typeface="Arial"/>
                        <a:sym typeface="Arial"/>
                      </a:endParaRPr>
                    </a:p>
                    <a:p>
                      <a:pPr indent="0" lvl="0" marL="0" marR="0" rtl="0" algn="l">
                        <a:lnSpc>
                          <a:spcPct val="100000"/>
                        </a:lnSpc>
                        <a:spcBef>
                          <a:spcPts val="0"/>
                        </a:spcBef>
                        <a:spcAft>
                          <a:spcPts val="0"/>
                        </a:spcAft>
                        <a:buClr>
                          <a:srgbClr val="D9D9D9"/>
                        </a:buClr>
                        <a:buSzPts val="2400"/>
                        <a:buFont typeface="Arial"/>
                        <a:buNone/>
                      </a:pPr>
                      <a:r>
                        <a:rPr lang="en-US" sz="2400">
                          <a:solidFill>
                            <a:srgbClr val="D9D9D9"/>
                          </a:solidFill>
                          <a:latin typeface="Arial"/>
                          <a:ea typeface="Arial"/>
                          <a:cs typeface="Arial"/>
                          <a:sym typeface="Arial"/>
                        </a:rPr>
                        <a:t>Orders placed and paid for by noon (Pacific Time) from Monday to Friday are typically processed the same day. Shipping options include Next Business Day, Second Business Day, Third Business Day, or Free Ground Delivery.</a:t>
                      </a:r>
                      <a:br>
                        <a:rPr lang="en-US" sz="2400">
                          <a:solidFill>
                            <a:srgbClr val="D9D9D9"/>
                          </a:solidFill>
                          <a:latin typeface="Arial"/>
                          <a:ea typeface="Arial"/>
                          <a:cs typeface="Arial"/>
                          <a:sym typeface="Arial"/>
                        </a:rPr>
                      </a:br>
                      <a:br>
                        <a:rPr lang="en-US" sz="2400">
                          <a:solidFill>
                            <a:srgbClr val="D9D9D9"/>
                          </a:solidFill>
                          <a:latin typeface="Arial"/>
                          <a:ea typeface="Arial"/>
                          <a:cs typeface="Arial"/>
                          <a:sym typeface="Arial"/>
                        </a:rPr>
                      </a:br>
                      <a:r>
                        <a:rPr lang="en-US" sz="2400">
                          <a:solidFill>
                            <a:srgbClr val="D9D9D9"/>
                          </a:solidFill>
                          <a:latin typeface="Arial"/>
                          <a:ea typeface="Arial"/>
                          <a:cs typeface="Arial"/>
                          <a:sym typeface="Arial"/>
                        </a:rPr>
                        <a:t>Go to </a:t>
                      </a:r>
                      <a:r>
                        <a:rPr lang="en-US" sz="2400">
                          <a:solidFill>
                            <a:srgbClr val="FFC000"/>
                          </a:solidFill>
                          <a:latin typeface="Arial"/>
                          <a:ea typeface="Arial"/>
                          <a:cs typeface="Arial"/>
                          <a:sym typeface="Arial"/>
                        </a:rPr>
                        <a:t>PosterPresentations.com</a:t>
                      </a:r>
                      <a:r>
                        <a:rPr lang="en-US" sz="2400">
                          <a:solidFill>
                            <a:srgbClr val="D9D9D9"/>
                          </a:solidFill>
                          <a:latin typeface="Arial"/>
                          <a:ea typeface="Arial"/>
                          <a:cs typeface="Arial"/>
                          <a:sym typeface="Arial"/>
                        </a:rPr>
                        <a:t> for more information.</a:t>
                      </a:r>
                      <a:endParaRPr/>
                    </a:p>
                  </a:txBody>
                  <a:tcPr marT="137150" marB="45725" marR="91450" marL="182875">
                    <a:solidFill>
                      <a:srgbClr val="010101"/>
                    </a:solidFill>
                  </a:tcPr>
                </a:tc>
                <a:tc hMerge="1"/>
                <a:tc hMerge="1"/>
              </a:tr>
              <a:tr h="4246350">
                <a:tc gridSpan="3">
                  <a:txBody>
                    <a:bodyPr/>
                    <a:lstStyle/>
                    <a:p>
                      <a:pPr indent="0" lvl="0" marL="0" marR="0" rtl="0" algn="l">
                        <a:lnSpc>
                          <a:spcPct val="100000"/>
                        </a:lnSpc>
                        <a:spcBef>
                          <a:spcPts val="0"/>
                        </a:spcBef>
                        <a:spcAft>
                          <a:spcPts val="0"/>
                        </a:spcAft>
                        <a:buClr>
                          <a:srgbClr val="FFC000"/>
                        </a:buClr>
                        <a:buSzPts val="2800"/>
                        <a:buFont typeface="Arial"/>
                        <a:buNone/>
                      </a:pPr>
                      <a:r>
                        <a:rPr b="1" lang="en-US" sz="2800">
                          <a:solidFill>
                            <a:srgbClr val="FFC000"/>
                          </a:solidFill>
                          <a:latin typeface="Arial"/>
                          <a:ea typeface="Arial"/>
                          <a:cs typeface="Arial"/>
                          <a:sym typeface="Arial"/>
                        </a:rPr>
                        <a:t>Group printing discounts</a:t>
                      </a:r>
                      <a:endParaRPr/>
                    </a:p>
                    <a:p>
                      <a:pPr indent="0" lvl="0" marL="0" marR="0" rtl="0" algn="l">
                        <a:lnSpc>
                          <a:spcPct val="100000"/>
                        </a:lnSpc>
                        <a:spcBef>
                          <a:spcPts val="0"/>
                        </a:spcBef>
                        <a:spcAft>
                          <a:spcPts val="0"/>
                        </a:spcAft>
                        <a:buClr>
                          <a:srgbClr val="D9D9D9"/>
                        </a:buClr>
                        <a:buSzPts val="2400"/>
                        <a:buFont typeface="Arial"/>
                        <a:buNone/>
                      </a:pPr>
                      <a:r>
                        <a:rPr lang="en-US" sz="2400">
                          <a:solidFill>
                            <a:srgbClr val="D9D9D9"/>
                          </a:solidFill>
                          <a:latin typeface="Arial"/>
                          <a:ea typeface="Arial"/>
                          <a:cs typeface="Arial"/>
                          <a:sym typeface="Arial"/>
                        </a:rPr>
                        <a:t>We provide event coordinators and conference organizers with a seamless solution for attendees’ poster printing needs. Our service offers discounted, high-quality prints with quick turnaround times and flexible options, ensuring we cater to a wide range of requirements.</a:t>
                      </a:r>
                      <a:endParaRPr/>
                    </a:p>
                    <a:p>
                      <a:pPr indent="0" lvl="0" marL="0" marR="0" rtl="0" algn="l">
                        <a:lnSpc>
                          <a:spcPct val="100000"/>
                        </a:lnSpc>
                        <a:spcBef>
                          <a:spcPts val="0"/>
                        </a:spcBef>
                        <a:spcAft>
                          <a:spcPts val="0"/>
                        </a:spcAft>
                        <a:buClr>
                          <a:schemeClr val="dk1"/>
                        </a:buClr>
                        <a:buSzPts val="2400"/>
                        <a:buFont typeface="Calibri"/>
                        <a:buNone/>
                      </a:pPr>
                      <a:r>
                        <a:t/>
                      </a:r>
                      <a:endParaRPr sz="2400">
                        <a:solidFill>
                          <a:srgbClr val="D9D9D9"/>
                        </a:solidFill>
                        <a:latin typeface="Arial"/>
                        <a:ea typeface="Arial"/>
                        <a:cs typeface="Arial"/>
                        <a:sym typeface="Arial"/>
                      </a:endParaRPr>
                    </a:p>
                    <a:p>
                      <a:pPr indent="0" lvl="0" marL="0" marR="0" rtl="0" algn="l">
                        <a:lnSpc>
                          <a:spcPct val="100000"/>
                        </a:lnSpc>
                        <a:spcBef>
                          <a:spcPts val="0"/>
                        </a:spcBef>
                        <a:spcAft>
                          <a:spcPts val="0"/>
                        </a:spcAft>
                        <a:buClr>
                          <a:srgbClr val="D9D9D9"/>
                        </a:buClr>
                        <a:buSzPts val="2400"/>
                        <a:buFont typeface="Arial"/>
                        <a:buNone/>
                      </a:pPr>
                      <a:r>
                        <a:rPr lang="en-US" sz="2400">
                          <a:solidFill>
                            <a:srgbClr val="D9D9D9"/>
                          </a:solidFill>
                          <a:latin typeface="Arial"/>
                          <a:ea typeface="Arial"/>
                          <a:cs typeface="Arial"/>
                          <a:sym typeface="Arial"/>
                        </a:rPr>
                        <a:t>For more information, visit this page:</a:t>
                      </a:r>
                      <a:endParaRPr/>
                    </a:p>
                    <a:p>
                      <a:pPr indent="0" lvl="0" marL="0" marR="0" rtl="0" algn="l">
                        <a:lnSpc>
                          <a:spcPct val="100000"/>
                        </a:lnSpc>
                        <a:spcBef>
                          <a:spcPts val="0"/>
                        </a:spcBef>
                        <a:spcAft>
                          <a:spcPts val="0"/>
                        </a:spcAft>
                        <a:buClr>
                          <a:schemeClr val="dk1"/>
                        </a:buClr>
                        <a:buSzPts val="2400"/>
                        <a:buFont typeface="Calibri"/>
                        <a:buNone/>
                      </a:pPr>
                      <a:r>
                        <a:t/>
                      </a:r>
                      <a:endParaRPr sz="2400">
                        <a:solidFill>
                          <a:srgbClr val="D9D9D9"/>
                        </a:solidFill>
                        <a:latin typeface="Arial"/>
                        <a:ea typeface="Arial"/>
                        <a:cs typeface="Arial"/>
                        <a:sym typeface="Arial"/>
                      </a:endParaRPr>
                    </a:p>
                    <a:p>
                      <a:pPr indent="0" lvl="0" marL="0" marR="0" rtl="0" algn="l">
                        <a:lnSpc>
                          <a:spcPct val="100000"/>
                        </a:lnSpc>
                        <a:spcBef>
                          <a:spcPts val="0"/>
                        </a:spcBef>
                        <a:spcAft>
                          <a:spcPts val="0"/>
                        </a:spcAft>
                        <a:buClr>
                          <a:srgbClr val="FFC000"/>
                        </a:buClr>
                        <a:buSzPts val="2400"/>
                        <a:buFont typeface="Arial"/>
                        <a:buNone/>
                      </a:pPr>
                      <a:r>
                        <a:rPr lang="en-US" sz="2400">
                          <a:solidFill>
                            <a:srgbClr val="FFC000"/>
                          </a:solidFill>
                          <a:latin typeface="Arial"/>
                          <a:ea typeface="Arial"/>
                          <a:cs typeface="Arial"/>
                          <a:sym typeface="Arial"/>
                        </a:rPr>
                        <a:t>https://www.posterpresentations.com/poster-presentation-services-for-conferences-and-events.html</a:t>
                      </a:r>
                      <a:endParaRPr sz="2400">
                        <a:solidFill>
                          <a:srgbClr val="FFC000"/>
                        </a:solidFill>
                        <a:latin typeface="Arial"/>
                        <a:ea typeface="Arial"/>
                        <a:cs typeface="Arial"/>
                        <a:sym typeface="Arial"/>
                      </a:endParaRPr>
                    </a:p>
                    <a:p>
                      <a:pPr indent="0" lvl="0" marL="0" marR="0" rtl="0" algn="l">
                        <a:lnSpc>
                          <a:spcPct val="100000"/>
                        </a:lnSpc>
                        <a:spcBef>
                          <a:spcPts val="0"/>
                        </a:spcBef>
                        <a:spcAft>
                          <a:spcPts val="0"/>
                        </a:spcAft>
                        <a:buClr>
                          <a:schemeClr val="dk1"/>
                        </a:buClr>
                        <a:buSzPts val="2400"/>
                        <a:buFont typeface="Calibri"/>
                        <a:buNone/>
                      </a:pPr>
                      <a:r>
                        <a:t/>
                      </a:r>
                      <a:endParaRPr sz="2400">
                        <a:solidFill>
                          <a:srgbClr val="FFC000"/>
                        </a:solidFill>
                        <a:latin typeface="Arial"/>
                        <a:ea typeface="Arial"/>
                        <a:cs typeface="Arial"/>
                        <a:sym typeface="Arial"/>
                      </a:endParaRPr>
                    </a:p>
                  </a:txBody>
                  <a:tcPr marT="137150" marB="45725" marR="91450" marL="182875">
                    <a:solidFill>
                      <a:srgbClr val="010101"/>
                    </a:solidFill>
                  </a:tcPr>
                </a:tc>
                <a:tc hMerge="1"/>
                <a:tc hMerge="1"/>
              </a:tr>
              <a:tr h="1630175">
                <a:tc gridSpan="3">
                  <a:txBody>
                    <a:bodyPr/>
                    <a:lstStyle/>
                    <a:p>
                      <a:pPr indent="0" lvl="0" marL="0" marR="0" rtl="0" algn="l">
                        <a:spcBef>
                          <a:spcPts val="0"/>
                        </a:spcBef>
                        <a:spcAft>
                          <a:spcPts val="0"/>
                        </a:spcAft>
                        <a:buNone/>
                      </a:pPr>
                      <a:r>
                        <a:t/>
                      </a:r>
                      <a:endParaRPr sz="2400">
                        <a:solidFill>
                          <a:srgbClr val="1F3A4E"/>
                        </a:solidFill>
                      </a:endParaRPr>
                    </a:p>
                  </a:txBody>
                  <a:tcPr marT="137150" marB="45725" marR="91450" marL="182875"/>
                </a:tc>
                <a:tc hMerge="1"/>
                <a:tc hMerge="1"/>
              </a:tr>
              <a:tr h="2545400">
                <a:tc gridSpan="2">
                  <a:txBody>
                    <a:bodyPr/>
                    <a:lstStyle/>
                    <a:p>
                      <a:pPr indent="0" lvl="0" marL="0" marR="0" rtl="0" algn="l">
                        <a:lnSpc>
                          <a:spcPct val="130000"/>
                        </a:lnSpc>
                        <a:spcBef>
                          <a:spcPts val="0"/>
                        </a:spcBef>
                        <a:spcAft>
                          <a:spcPts val="0"/>
                        </a:spcAft>
                        <a:buNone/>
                      </a:pPr>
                      <a:r>
                        <a:rPr lang="en-US" sz="2000">
                          <a:solidFill>
                            <a:srgbClr val="D8D8D8"/>
                          </a:solidFill>
                          <a:latin typeface="Arial"/>
                          <a:ea typeface="Arial"/>
                          <a:cs typeface="Arial"/>
                          <a:sym typeface="Arial"/>
                        </a:rPr>
                        <a:t>© 2025</a:t>
                      </a:r>
                      <a:r>
                        <a:rPr lang="en-US" sz="2000">
                          <a:solidFill>
                            <a:srgbClr val="D8D8D8"/>
                          </a:solidFill>
                          <a:latin typeface="Arial"/>
                          <a:ea typeface="Arial"/>
                          <a:cs typeface="Arial"/>
                          <a:sym typeface="Arial"/>
                        </a:rPr>
                        <a:t> </a:t>
                      </a:r>
                      <a:r>
                        <a:rPr lang="en-US" sz="2000">
                          <a:solidFill>
                            <a:srgbClr val="D8D8D8"/>
                          </a:solidFill>
                          <a:latin typeface="Arial"/>
                          <a:ea typeface="Arial"/>
                          <a:cs typeface="Arial"/>
                          <a:sym typeface="Arial"/>
                        </a:rPr>
                        <a:t>PosterPresentations.com</a:t>
                      </a:r>
                      <a:br>
                        <a:rPr lang="en-US" sz="2000">
                          <a:solidFill>
                            <a:srgbClr val="D8D8D8"/>
                          </a:solidFill>
                          <a:latin typeface="Arial"/>
                          <a:ea typeface="Arial"/>
                          <a:cs typeface="Arial"/>
                          <a:sym typeface="Arial"/>
                        </a:rPr>
                      </a:br>
                      <a:r>
                        <a:rPr lang="en-US" sz="2000">
                          <a:solidFill>
                            <a:srgbClr val="D8D8D8"/>
                          </a:solidFill>
                          <a:latin typeface="Arial"/>
                          <a:ea typeface="Arial"/>
                          <a:cs typeface="Arial"/>
                          <a:sym typeface="Arial"/>
                        </a:rPr>
                        <a:t>2117 Fourth Street ,</a:t>
                      </a:r>
                      <a:r>
                        <a:rPr lang="en-US" sz="2000">
                          <a:solidFill>
                            <a:srgbClr val="D8D8D8"/>
                          </a:solidFill>
                          <a:latin typeface="Arial"/>
                          <a:ea typeface="Arial"/>
                          <a:cs typeface="Arial"/>
                          <a:sym typeface="Arial"/>
                        </a:rPr>
                        <a:t> STE C        </a:t>
                      </a:r>
                      <a:endParaRPr/>
                    </a:p>
                    <a:p>
                      <a:pPr indent="0" lvl="0" marL="0" marR="0" rtl="0" algn="l">
                        <a:lnSpc>
                          <a:spcPct val="130000"/>
                        </a:lnSpc>
                        <a:spcBef>
                          <a:spcPts val="0"/>
                        </a:spcBef>
                        <a:spcAft>
                          <a:spcPts val="0"/>
                        </a:spcAft>
                        <a:buNone/>
                      </a:pPr>
                      <a:r>
                        <a:rPr lang="en-US" sz="2000">
                          <a:solidFill>
                            <a:srgbClr val="D8D8D8"/>
                          </a:solidFill>
                          <a:latin typeface="Arial"/>
                          <a:ea typeface="Arial"/>
                          <a:cs typeface="Arial"/>
                          <a:sym typeface="Arial"/>
                        </a:rPr>
                        <a:t>Berkeley CA 94710 USA</a:t>
                      </a:r>
                      <a:endParaRPr sz="2000">
                        <a:solidFill>
                          <a:srgbClr val="D8D8D8"/>
                        </a:solidFill>
                        <a:latin typeface="Arial"/>
                        <a:ea typeface="Arial"/>
                        <a:cs typeface="Arial"/>
                        <a:sym typeface="Arial"/>
                      </a:endParaRPr>
                    </a:p>
                  </a:txBody>
                  <a:tcPr marT="137150" marB="45725" marR="91450" marL="182875">
                    <a:solidFill>
                      <a:srgbClr val="010101"/>
                    </a:solidFill>
                  </a:tcPr>
                </a:tc>
                <a:tc hMerge="1"/>
                <a:tc>
                  <a:txBody>
                    <a:bodyPr/>
                    <a:lstStyle/>
                    <a:p>
                      <a:pPr indent="0" lvl="0" marL="0" marR="0" rtl="0" algn="l">
                        <a:spcBef>
                          <a:spcPts val="0"/>
                        </a:spcBef>
                        <a:spcAft>
                          <a:spcPts val="0"/>
                        </a:spcAft>
                        <a:buNone/>
                      </a:pPr>
                      <a:r>
                        <a:rPr lang="en-US" sz="1800">
                          <a:solidFill>
                            <a:schemeClr val="lt1"/>
                          </a:solidFill>
                          <a:latin typeface="Arial"/>
                          <a:ea typeface="Arial"/>
                          <a:cs typeface="Arial"/>
                          <a:sym typeface="Arial"/>
                        </a:rPr>
                        <a:t>For additional help, visit our online tutorials at </a:t>
                      </a:r>
                      <a:r>
                        <a:rPr lang="en-US" sz="1400">
                          <a:solidFill>
                            <a:schemeClr val="lt1"/>
                          </a:solidFill>
                          <a:latin typeface="Arial"/>
                          <a:ea typeface="Arial"/>
                          <a:cs typeface="Arial"/>
                          <a:sym typeface="Arial"/>
                        </a:rPr>
                        <a:t>https://www.posterpresentations.com/helpdesk.html</a:t>
                      </a:r>
                      <a:endParaRPr sz="8600"/>
                    </a:p>
                  </a:txBody>
                  <a:tcPr marT="137150" marB="45725" marR="91450" marL="182875">
                    <a:solidFill>
                      <a:srgbClr val="010101"/>
                    </a:solidFill>
                  </a:tcPr>
                </a:tc>
              </a:tr>
            </a:tbl>
          </a:graphicData>
        </a:graphic>
      </p:graphicFrame>
    </p:spTree>
  </p:cSld>
  <p:clrMap accent1="accent1" accent2="accent2" accent3="accent3" accent4="accent4" accent5="accent5" accent6="accent6" bg1="lt1" bg2="dk2" tx1="dk1" tx2="lt2" folHlink="folHlink" hlink="hlink"/>
  <p:sldLayoutIdLst>
    <p:sldLayoutId id="2147483648" r:id="rId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extLst>
    <p:ext uri="{27BBF7A9-308A-43DC-89C8-2F10F3537804}">
      <p15:sldGuideLst>
        <p15:guide id="1" orient="horz" pos="3096">
          <p15:clr>
            <a:srgbClr val="F26B43"/>
          </p15:clr>
        </p15:guide>
        <p15:guide id="2">
          <p15:clr>
            <a:srgbClr val="F26B43"/>
          </p15:clr>
        </p15:guide>
        <p15:guide id="3" pos="27648">
          <p15:clr>
            <a:srgbClr val="F26B43"/>
          </p15:clr>
        </p15:guide>
        <p15:guide id="4" orient="horz" pos="20208">
          <p15:clr>
            <a:srgbClr val="F26B43"/>
          </p15:clr>
        </p15:guide>
      </p15:sldGuideLst>
    </p:ext>
  </p:extLst>
</p:sldMaster>
</file>

<file path=ppt/slides/_rels/slide1.xml.rels><?xml version="1.0" encoding="UTF-8" standalone="yes"?><Relationships xmlns="http://schemas.openxmlformats.org/package/2006/relationships"><Relationship Id="rId20" Type="http://schemas.openxmlformats.org/officeDocument/2006/relationships/image" Target="../media/image1.png"/><Relationship Id="rId11" Type="http://schemas.openxmlformats.org/officeDocument/2006/relationships/image" Target="../media/image6.png"/><Relationship Id="rId10" Type="http://schemas.openxmlformats.org/officeDocument/2006/relationships/image" Target="../media/image2.png"/><Relationship Id="rId21" Type="http://schemas.openxmlformats.org/officeDocument/2006/relationships/image" Target="../media/image16.png"/><Relationship Id="rId13" Type="http://schemas.openxmlformats.org/officeDocument/2006/relationships/image" Target="../media/image4.png"/><Relationship Id="rId12" Type="http://schemas.openxmlformats.org/officeDocument/2006/relationships/image" Target="../media/image17.png"/><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3.png"/><Relationship Id="rId4" Type="http://schemas.openxmlformats.org/officeDocument/2006/relationships/image" Target="../media/image12.png"/><Relationship Id="rId9" Type="http://schemas.openxmlformats.org/officeDocument/2006/relationships/image" Target="../media/image14.png"/><Relationship Id="rId15" Type="http://schemas.openxmlformats.org/officeDocument/2006/relationships/image" Target="../media/image11.png"/><Relationship Id="rId14" Type="http://schemas.openxmlformats.org/officeDocument/2006/relationships/image" Target="../media/image15.png"/><Relationship Id="rId17" Type="http://schemas.openxmlformats.org/officeDocument/2006/relationships/image" Target="../media/image9.png"/><Relationship Id="rId16" Type="http://schemas.openxmlformats.org/officeDocument/2006/relationships/image" Target="../media/image7.png"/><Relationship Id="rId5" Type="http://schemas.openxmlformats.org/officeDocument/2006/relationships/image" Target="../media/image5.png"/><Relationship Id="rId19" Type="http://schemas.openxmlformats.org/officeDocument/2006/relationships/image" Target="../media/image8.png"/><Relationship Id="rId6" Type="http://schemas.openxmlformats.org/officeDocument/2006/relationships/image" Target="../media/image10.png"/><Relationship Id="rId18" Type="http://schemas.openxmlformats.org/officeDocument/2006/relationships/image" Target="../media/image19.png"/><Relationship Id="rId7" Type="http://schemas.openxmlformats.org/officeDocument/2006/relationships/image" Target="../media/image18.png"/><Relationship Id="rId8" Type="http://schemas.openxmlformats.org/officeDocument/2006/relationships/image" Target="../media/image3.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 name="Shape 43"/>
        <p:cNvGrpSpPr/>
        <p:nvPr/>
      </p:nvGrpSpPr>
      <p:grpSpPr>
        <a:xfrm>
          <a:off x="0" y="0"/>
          <a:ext cx="0" cy="0"/>
          <a:chOff x="0" y="0"/>
          <a:chExt cx="0" cy="0"/>
        </a:xfrm>
      </p:grpSpPr>
      <p:sp>
        <p:nvSpPr>
          <p:cNvPr id="44" name="Google Shape;44;p3"/>
          <p:cNvSpPr txBox="1"/>
          <p:nvPr>
            <p:ph idx="6" type="body"/>
          </p:nvPr>
        </p:nvSpPr>
        <p:spPr>
          <a:xfrm>
            <a:off x="27408300" y="16572092"/>
            <a:ext cx="5103900" cy="3059100"/>
          </a:xfrm>
          <a:prstGeom prst="rect">
            <a:avLst/>
          </a:prstGeom>
          <a:noFill/>
          <a:ln>
            <a:noFill/>
          </a:ln>
        </p:spPr>
        <p:txBody>
          <a:bodyPr anchorCtr="0" anchor="t" bIns="228575" lIns="228575" spcFirstLastPara="1" rIns="228575" wrap="square" tIns="228575">
            <a:spAutoFit/>
          </a:bodyPr>
          <a:lstStyle/>
          <a:p>
            <a:pPr indent="0" lvl="0" marL="0" rtl="0" algn="l">
              <a:lnSpc>
                <a:spcPct val="115000"/>
              </a:lnSpc>
              <a:spcBef>
                <a:spcPts val="0"/>
              </a:spcBef>
              <a:spcAft>
                <a:spcPts val="0"/>
              </a:spcAft>
              <a:buNone/>
            </a:pPr>
            <a:r>
              <a:rPr lang="en-US" u="sng"/>
              <a:t>(LSTM</a:t>
            </a:r>
            <a:r>
              <a:rPr lang="en-US" u="sng"/>
              <a:t>)</a:t>
            </a:r>
            <a:endParaRPr u="sng"/>
          </a:p>
          <a:p>
            <a:pPr indent="-387350" lvl="0" marL="457200" rtl="0" algn="l">
              <a:lnSpc>
                <a:spcPct val="115000"/>
              </a:lnSpc>
              <a:spcBef>
                <a:spcPts val="0"/>
              </a:spcBef>
              <a:spcAft>
                <a:spcPts val="0"/>
              </a:spcAft>
              <a:buSzPts val="2500"/>
              <a:buChar char="-"/>
            </a:pPr>
            <a:r>
              <a:rPr lang="en-US"/>
              <a:t>Hidden layer = 2</a:t>
            </a:r>
            <a:endParaRPr/>
          </a:p>
          <a:p>
            <a:pPr indent="-387350" lvl="0" marL="457200" rtl="0" algn="l">
              <a:lnSpc>
                <a:spcPct val="115000"/>
              </a:lnSpc>
              <a:spcBef>
                <a:spcPts val="0"/>
              </a:spcBef>
              <a:spcAft>
                <a:spcPts val="0"/>
              </a:spcAft>
              <a:buSzPts val="2500"/>
              <a:buChar char="-"/>
            </a:pPr>
            <a:r>
              <a:rPr lang="en-US"/>
              <a:t># Epoch: 500</a:t>
            </a:r>
            <a:endParaRPr/>
          </a:p>
          <a:p>
            <a:pPr indent="-387350" lvl="0" marL="457200" rtl="0" algn="l">
              <a:lnSpc>
                <a:spcPct val="115000"/>
              </a:lnSpc>
              <a:spcBef>
                <a:spcPts val="0"/>
              </a:spcBef>
              <a:spcAft>
                <a:spcPts val="0"/>
              </a:spcAft>
              <a:buSzPts val="2500"/>
              <a:buChar char="-"/>
            </a:pPr>
            <a:r>
              <a:rPr lang="en-US"/>
              <a:t>Batch size: 64</a:t>
            </a:r>
            <a:endParaRPr/>
          </a:p>
          <a:p>
            <a:pPr indent="-387350" lvl="0" marL="457200" rtl="0" algn="l">
              <a:lnSpc>
                <a:spcPct val="115000"/>
              </a:lnSpc>
              <a:spcBef>
                <a:spcPts val="0"/>
              </a:spcBef>
              <a:spcAft>
                <a:spcPts val="0"/>
              </a:spcAft>
              <a:buSzPts val="2500"/>
              <a:buChar char="-"/>
            </a:pPr>
            <a:r>
              <a:rPr lang="en-US"/>
              <a:t>Optimizer: Adam</a:t>
            </a:r>
            <a:endParaRPr/>
          </a:p>
          <a:p>
            <a:pPr indent="-387350" lvl="0" marL="457200" rtl="0" algn="l">
              <a:lnSpc>
                <a:spcPct val="115000"/>
              </a:lnSpc>
              <a:spcBef>
                <a:spcPts val="0"/>
              </a:spcBef>
              <a:spcAft>
                <a:spcPts val="0"/>
              </a:spcAft>
              <a:buSzPts val="2500"/>
              <a:buChar char="-"/>
            </a:pPr>
            <a:r>
              <a:rPr lang="en-US"/>
              <a:t>Loss: Entropy</a:t>
            </a:r>
            <a:endParaRPr/>
          </a:p>
        </p:txBody>
      </p:sp>
      <p:pic>
        <p:nvPicPr>
          <p:cNvPr id="45" name="Google Shape;45;p3"/>
          <p:cNvPicPr preferRelativeResize="0"/>
          <p:nvPr/>
        </p:nvPicPr>
        <p:blipFill>
          <a:blip r:embed="rId3">
            <a:alphaModFix/>
          </a:blip>
          <a:stretch>
            <a:fillRect/>
          </a:stretch>
        </p:blipFill>
        <p:spPr>
          <a:xfrm>
            <a:off x="27495750" y="27990400"/>
            <a:ext cx="5008800" cy="4084200"/>
          </a:xfrm>
          <a:prstGeom prst="rect">
            <a:avLst/>
          </a:prstGeom>
          <a:noFill/>
          <a:ln>
            <a:noFill/>
          </a:ln>
        </p:spPr>
      </p:pic>
      <p:sp>
        <p:nvSpPr>
          <p:cNvPr id="46" name="Google Shape;46;p3"/>
          <p:cNvSpPr txBox="1"/>
          <p:nvPr>
            <p:ph idx="14" type="body"/>
          </p:nvPr>
        </p:nvSpPr>
        <p:spPr>
          <a:xfrm>
            <a:off x="33286786" y="14643464"/>
            <a:ext cx="10240500" cy="12006000"/>
          </a:xfrm>
          <a:prstGeom prst="rect">
            <a:avLst/>
          </a:prstGeom>
          <a:noFill/>
          <a:ln>
            <a:noFill/>
          </a:ln>
        </p:spPr>
        <p:txBody>
          <a:bodyPr anchorCtr="0" anchor="t" bIns="228575" lIns="228575" spcFirstLastPara="1" rIns="228575" wrap="square" tIns="228575">
            <a:spAutoFit/>
          </a:bodyPr>
          <a:lstStyle/>
          <a:p>
            <a:pPr indent="0" lvl="0" marL="0" rtl="0" algn="l">
              <a:spcBef>
                <a:spcPts val="0"/>
              </a:spcBef>
              <a:spcAft>
                <a:spcPts val="0"/>
              </a:spcAft>
              <a:buClr>
                <a:srgbClr val="1F3864"/>
              </a:buClr>
              <a:buSzPts val="2500"/>
              <a:buNone/>
            </a:pPr>
            <a:r>
              <a:rPr lang="en-US"/>
              <a:t>While the current pipeline yields strong results, several directions remain for future enhancement:</a:t>
            </a:r>
            <a:endParaRPr/>
          </a:p>
          <a:p>
            <a:pPr indent="0" lvl="0" marL="0" rtl="0" algn="l">
              <a:spcBef>
                <a:spcPts val="0"/>
              </a:spcBef>
              <a:spcAft>
                <a:spcPts val="0"/>
              </a:spcAft>
              <a:buClr>
                <a:srgbClr val="1F3864"/>
              </a:buClr>
              <a:buSzPts val="2500"/>
              <a:buNone/>
            </a:pPr>
            <a:r>
              <a:t/>
            </a:r>
            <a:endParaRPr/>
          </a:p>
          <a:p>
            <a:pPr indent="-387350" lvl="0" marL="457200" rtl="0" algn="l">
              <a:spcBef>
                <a:spcPts val="0"/>
              </a:spcBef>
              <a:spcAft>
                <a:spcPts val="0"/>
              </a:spcAft>
              <a:buSzPts val="2500"/>
              <a:buAutoNum type="arabicPeriod"/>
            </a:pPr>
            <a:r>
              <a:rPr lang="en-US"/>
              <a:t>Measurement error: The CSB data is annual data, which </a:t>
            </a:r>
            <a:r>
              <a:rPr b="1" lang="en-US"/>
              <a:t>smoothed out the monthly pattern</a:t>
            </a:r>
            <a:r>
              <a:rPr lang="en-US"/>
              <a:t> and seasonality of the signal from the environmental data. </a:t>
            </a:r>
            <a:endParaRPr/>
          </a:p>
          <a:p>
            <a:pPr indent="0" lvl="0" marL="0" rtl="0" algn="l">
              <a:spcBef>
                <a:spcPts val="0"/>
              </a:spcBef>
              <a:spcAft>
                <a:spcPts val="0"/>
              </a:spcAft>
              <a:buNone/>
            </a:pPr>
            <a:r>
              <a:t/>
            </a:r>
            <a:endParaRPr/>
          </a:p>
          <a:p>
            <a:pPr indent="-387350" lvl="0" marL="457200" rtl="0" algn="l">
              <a:spcBef>
                <a:spcPts val="0"/>
              </a:spcBef>
              <a:spcAft>
                <a:spcPts val="0"/>
              </a:spcAft>
              <a:buSzPts val="2500"/>
              <a:buAutoNum type="arabicPeriod"/>
            </a:pPr>
            <a:r>
              <a:rPr b="1" lang="en-US"/>
              <a:t>Adding satellite imagery</a:t>
            </a:r>
            <a:r>
              <a:rPr lang="en-US"/>
              <a:t> (e.g. Vegetation Index) and field-level weather/soil data would provide more precise signals beyond county-level aggregates.</a:t>
            </a:r>
            <a:endParaRPr/>
          </a:p>
          <a:p>
            <a:pPr indent="0" lvl="0" marL="0" rtl="0" algn="l">
              <a:spcBef>
                <a:spcPts val="0"/>
              </a:spcBef>
              <a:spcAft>
                <a:spcPts val="0"/>
              </a:spcAft>
              <a:buNone/>
            </a:pPr>
            <a:r>
              <a:t/>
            </a:r>
            <a:endParaRPr/>
          </a:p>
          <a:p>
            <a:pPr indent="-387350" lvl="0" marL="457200" rtl="0" algn="l">
              <a:spcBef>
                <a:spcPts val="0"/>
              </a:spcBef>
              <a:spcAft>
                <a:spcPts val="0"/>
              </a:spcAft>
              <a:buSzPts val="2500"/>
              <a:buAutoNum type="arabicPeriod"/>
            </a:pPr>
            <a:r>
              <a:rPr lang="en-US"/>
              <a:t>Formal </a:t>
            </a:r>
            <a:r>
              <a:rPr b="1" lang="en-US"/>
              <a:t>conformal prediction or Bayesian approaches</a:t>
            </a:r>
            <a:r>
              <a:rPr lang="en-US"/>
              <a:t> should be applied to produce calibrated confidence intervals on both classification and acreage outputs.</a:t>
            </a:r>
            <a:endParaRPr/>
          </a:p>
          <a:p>
            <a:pPr indent="0" lvl="0" marL="0" rtl="0" algn="l">
              <a:spcBef>
                <a:spcPts val="0"/>
              </a:spcBef>
              <a:spcAft>
                <a:spcPts val="0"/>
              </a:spcAft>
              <a:buNone/>
            </a:pPr>
            <a:r>
              <a:t/>
            </a:r>
            <a:endParaRPr/>
          </a:p>
          <a:p>
            <a:pPr indent="-387350" lvl="0" marL="457200" rtl="0" algn="l">
              <a:spcBef>
                <a:spcPts val="0"/>
              </a:spcBef>
              <a:spcAft>
                <a:spcPts val="0"/>
              </a:spcAft>
              <a:buSzPts val="2500"/>
              <a:buAutoNum type="arabicPeriod"/>
            </a:pPr>
            <a:r>
              <a:rPr lang="en-US"/>
              <a:t>Crop type: Exploring Transformer-based or graph-based models may better capture long-range crop patterns and spatial relationships between neighboring fields. The </a:t>
            </a:r>
            <a:r>
              <a:rPr b="1" lang="en-US"/>
              <a:t>currently CNN/RNN model struggle to predict</a:t>
            </a:r>
            <a:r>
              <a:rPr lang="en-US"/>
              <a:t> crop type. </a:t>
            </a:r>
            <a:endParaRPr/>
          </a:p>
          <a:p>
            <a:pPr indent="0" lvl="0" marL="0" rtl="0" algn="l">
              <a:spcBef>
                <a:spcPts val="0"/>
              </a:spcBef>
              <a:spcAft>
                <a:spcPts val="0"/>
              </a:spcAft>
              <a:buNone/>
            </a:pPr>
            <a:r>
              <a:t/>
            </a:r>
            <a:endParaRPr/>
          </a:p>
          <a:p>
            <a:pPr indent="-387350" lvl="0" marL="457200" rtl="0" algn="l">
              <a:spcBef>
                <a:spcPts val="0"/>
              </a:spcBef>
              <a:spcAft>
                <a:spcPts val="0"/>
              </a:spcAft>
              <a:buSzPts val="2500"/>
              <a:buAutoNum type="arabicPeriod"/>
            </a:pPr>
            <a:r>
              <a:rPr lang="en-US"/>
              <a:t>Deep learning models were trained on only 50K samples due to </a:t>
            </a:r>
            <a:r>
              <a:rPr b="1" lang="en-US"/>
              <a:t>computational constraints</a:t>
            </a:r>
            <a:r>
              <a:rPr lang="en-US"/>
              <a:t>; scaling to the full 5.9M-record dataset may significantly expand the performance gap with CatBoost.</a:t>
            </a:r>
            <a:endParaRPr/>
          </a:p>
          <a:p>
            <a:pPr indent="0" lvl="0" marL="457200" rtl="0" algn="l">
              <a:spcBef>
                <a:spcPts val="0"/>
              </a:spcBef>
              <a:spcAft>
                <a:spcPts val="0"/>
              </a:spcAft>
              <a:buNone/>
            </a:pPr>
            <a:r>
              <a:t/>
            </a:r>
            <a:endParaRPr/>
          </a:p>
          <a:p>
            <a:pPr indent="-387350" lvl="0" marL="457200" rtl="0" algn="l">
              <a:spcBef>
                <a:spcPts val="0"/>
              </a:spcBef>
              <a:spcAft>
                <a:spcPts val="0"/>
              </a:spcAft>
              <a:buSzPts val="2500"/>
              <a:buAutoNum type="arabicPeriod"/>
            </a:pPr>
            <a:r>
              <a:rPr lang="en-US"/>
              <a:t>Random Forest models were trained independently per crop type; a </a:t>
            </a:r>
            <a:r>
              <a:rPr b="1" lang="en-US"/>
              <a:t>unified multi-output model or ensemble approach</a:t>
            </a:r>
            <a:r>
              <a:rPr lang="en-US"/>
              <a:t> could better capture cross-crop dependencies and improve generalization.</a:t>
            </a:r>
            <a:endParaRPr/>
          </a:p>
          <a:p>
            <a:pPr indent="0" lvl="0" marL="0" rtl="0" algn="l">
              <a:spcBef>
                <a:spcPts val="0"/>
              </a:spcBef>
              <a:spcAft>
                <a:spcPts val="0"/>
              </a:spcAft>
              <a:buNone/>
            </a:pPr>
            <a:r>
              <a:t/>
            </a:r>
            <a:endParaRPr/>
          </a:p>
        </p:txBody>
      </p:sp>
      <p:sp>
        <p:nvSpPr>
          <p:cNvPr id="47" name="Google Shape;47;p3"/>
          <p:cNvSpPr txBox="1"/>
          <p:nvPr>
            <p:ph idx="4" type="body"/>
          </p:nvPr>
        </p:nvSpPr>
        <p:spPr>
          <a:xfrm>
            <a:off x="11503763" y="25989284"/>
            <a:ext cx="10207500" cy="2681400"/>
          </a:xfrm>
          <a:prstGeom prst="rect">
            <a:avLst/>
          </a:prstGeom>
          <a:noFill/>
          <a:ln>
            <a:noFill/>
          </a:ln>
        </p:spPr>
        <p:txBody>
          <a:bodyPr anchorCtr="0" anchor="t" bIns="228575" lIns="228575" spcFirstLastPara="1" rIns="228575" wrap="square" tIns="228575">
            <a:spAutoFit/>
          </a:bodyPr>
          <a:lstStyle/>
          <a:p>
            <a:pPr indent="0" lvl="0" marL="0" rtl="0" algn="l">
              <a:spcBef>
                <a:spcPts val="0"/>
              </a:spcBef>
              <a:spcAft>
                <a:spcPts val="0"/>
              </a:spcAft>
              <a:buClr>
                <a:srgbClr val="1F3864"/>
              </a:buClr>
              <a:buSzPts val="2500"/>
              <a:buNone/>
            </a:pPr>
            <a:r>
              <a:rPr lang="en-US" sz="4500" u="sng"/>
              <a:t>Random Forest Regression</a:t>
            </a:r>
            <a:endParaRPr sz="4500" u="sng"/>
          </a:p>
          <a:p>
            <a:pPr indent="0" lvl="0" marL="0" rtl="0" algn="l">
              <a:lnSpc>
                <a:spcPct val="115000"/>
              </a:lnSpc>
              <a:spcBef>
                <a:spcPts val="1200"/>
              </a:spcBef>
              <a:spcAft>
                <a:spcPts val="0"/>
              </a:spcAft>
              <a:buClr>
                <a:schemeClr val="dk1"/>
              </a:buClr>
              <a:buSzPts val="1100"/>
              <a:buFont typeface="Arial"/>
              <a:buNone/>
            </a:pPr>
            <a:r>
              <a:rPr lang="en-US" sz="2400">
                <a:solidFill>
                  <a:srgbClr val="1F3864"/>
                </a:solidFill>
                <a:latin typeface="Arial"/>
                <a:ea typeface="Arial"/>
                <a:cs typeface="Arial"/>
                <a:sym typeface="Arial"/>
              </a:rPr>
              <a:t>Separate </a:t>
            </a:r>
            <a:r>
              <a:rPr b="1" lang="en-US" sz="2400">
                <a:solidFill>
                  <a:srgbClr val="1F3864"/>
                </a:solidFill>
                <a:latin typeface="Arial"/>
                <a:ea typeface="Arial"/>
                <a:cs typeface="Arial"/>
                <a:sym typeface="Arial"/>
              </a:rPr>
              <a:t>RandomForestRegressor (100 trees)</a:t>
            </a:r>
            <a:r>
              <a:rPr lang="en-US" sz="2400">
                <a:solidFill>
                  <a:srgbClr val="1F3864"/>
                </a:solidFill>
                <a:latin typeface="Arial"/>
                <a:ea typeface="Arial"/>
                <a:cs typeface="Arial"/>
                <a:sym typeface="Arial"/>
              </a:rPr>
              <a:t> trained per crop on log(1 + acreage); 80/20 train-test split.</a:t>
            </a:r>
            <a:endParaRPr sz="2400">
              <a:solidFill>
                <a:srgbClr val="1F3864"/>
              </a:solidFill>
              <a:latin typeface="Arial"/>
              <a:ea typeface="Arial"/>
              <a:cs typeface="Arial"/>
              <a:sym typeface="Arial"/>
            </a:endParaRPr>
          </a:p>
          <a:p>
            <a:pPr indent="0" lvl="0" marL="0" rtl="0" algn="l">
              <a:lnSpc>
                <a:spcPct val="115000"/>
              </a:lnSpc>
              <a:spcBef>
                <a:spcPts val="1200"/>
              </a:spcBef>
              <a:spcAft>
                <a:spcPts val="1200"/>
              </a:spcAft>
              <a:buClr>
                <a:schemeClr val="dk1"/>
              </a:buClr>
              <a:buSzPts val="1100"/>
              <a:buFont typeface="Arial"/>
              <a:buNone/>
            </a:pPr>
            <a:r>
              <a:t/>
            </a:r>
            <a:endParaRPr sz="2400">
              <a:solidFill>
                <a:schemeClr val="dk1"/>
              </a:solidFill>
              <a:latin typeface="Arial"/>
              <a:ea typeface="Arial"/>
              <a:cs typeface="Arial"/>
              <a:sym typeface="Arial"/>
            </a:endParaRPr>
          </a:p>
        </p:txBody>
      </p:sp>
      <p:sp>
        <p:nvSpPr>
          <p:cNvPr id="48" name="Google Shape;48;p3"/>
          <p:cNvSpPr txBox="1"/>
          <p:nvPr>
            <p:ph idx="6" type="body"/>
          </p:nvPr>
        </p:nvSpPr>
        <p:spPr>
          <a:xfrm>
            <a:off x="22296842" y="5919702"/>
            <a:ext cx="10199100" cy="846600"/>
          </a:xfrm>
          <a:prstGeom prst="rect">
            <a:avLst/>
          </a:prstGeom>
          <a:noFill/>
          <a:ln>
            <a:noFill/>
          </a:ln>
        </p:spPr>
        <p:txBody>
          <a:bodyPr anchorCtr="0" anchor="t" bIns="228575" lIns="228575" spcFirstLastPara="1" rIns="228575" wrap="square" tIns="228575">
            <a:spAutoFit/>
          </a:bodyPr>
          <a:lstStyle/>
          <a:p>
            <a:pPr indent="0" lvl="0" marL="0" rtl="0" algn="l">
              <a:spcBef>
                <a:spcPts val="0"/>
              </a:spcBef>
              <a:spcAft>
                <a:spcPts val="0"/>
              </a:spcAft>
              <a:buClr>
                <a:srgbClr val="1F3864"/>
              </a:buClr>
              <a:buSzPts val="2500"/>
              <a:buNone/>
            </a:pPr>
            <a:r>
              <a:rPr lang="en-US" u="sng"/>
              <a:t>CatBoost: beats KNN baseline across the board</a:t>
            </a:r>
            <a:endParaRPr u="sng"/>
          </a:p>
        </p:txBody>
      </p:sp>
      <p:sp>
        <p:nvSpPr>
          <p:cNvPr id="49" name="Google Shape;49;p3"/>
          <p:cNvSpPr txBox="1"/>
          <p:nvPr>
            <p:ph idx="4" type="body"/>
          </p:nvPr>
        </p:nvSpPr>
        <p:spPr>
          <a:xfrm>
            <a:off x="11427999" y="6213378"/>
            <a:ext cx="10172700" cy="2001000"/>
          </a:xfrm>
          <a:prstGeom prst="rect">
            <a:avLst/>
          </a:prstGeom>
          <a:noFill/>
          <a:ln>
            <a:noFill/>
          </a:ln>
        </p:spPr>
        <p:txBody>
          <a:bodyPr anchorCtr="0" anchor="t" bIns="228575" lIns="228575" spcFirstLastPara="1" rIns="228575" wrap="square" tIns="228575">
            <a:spAutoFit/>
          </a:bodyPr>
          <a:lstStyle/>
          <a:p>
            <a:pPr indent="0" lvl="0" marL="0" rtl="0" algn="l">
              <a:spcBef>
                <a:spcPts val="0"/>
              </a:spcBef>
              <a:spcAft>
                <a:spcPts val="0"/>
              </a:spcAft>
              <a:buClr>
                <a:schemeClr val="dk1"/>
              </a:buClr>
              <a:buSzPts val="1100"/>
              <a:buNone/>
            </a:pPr>
            <a:r>
              <a:rPr lang="en-US"/>
              <a:t>We first train a geometric classification model to </a:t>
            </a:r>
            <a:r>
              <a:rPr b="1" lang="en-US"/>
              <a:t>gener</a:t>
            </a:r>
            <a:r>
              <a:rPr b="1" lang="en-US">
                <a:solidFill>
                  <a:srgbClr val="1F3864"/>
                </a:solidFill>
              </a:rPr>
              <a:t>ate polygon l</a:t>
            </a:r>
            <a:r>
              <a:rPr b="1" lang="en-US"/>
              <a:t>evel label</a:t>
            </a:r>
            <a:r>
              <a:rPr lang="en-US"/>
              <a:t> and </a:t>
            </a:r>
            <a:r>
              <a:rPr b="1" lang="en-US"/>
              <a:t>apply feature selection</a:t>
            </a:r>
            <a:r>
              <a:rPr lang="en-US"/>
              <a:t>, the label is </a:t>
            </a:r>
            <a:r>
              <a:rPr lang="en-US"/>
              <a:t>then</a:t>
            </a:r>
            <a:r>
              <a:rPr lang="en-US"/>
              <a:t> </a:t>
            </a:r>
            <a:r>
              <a:rPr b="1" lang="en-US"/>
              <a:t>added as a covariate</a:t>
            </a:r>
            <a:r>
              <a:rPr lang="en-US"/>
              <a:t> for the final regression model.</a:t>
            </a:r>
            <a:endParaRPr sz="3100">
              <a:solidFill>
                <a:srgbClr val="188038"/>
              </a:solidFill>
              <a:latin typeface="Roboto Mono"/>
              <a:ea typeface="Roboto Mono"/>
              <a:cs typeface="Roboto Mono"/>
              <a:sym typeface="Roboto Mono"/>
            </a:endParaRPr>
          </a:p>
          <a:p>
            <a:pPr indent="0" lvl="0" marL="0" rtl="0" algn="l">
              <a:spcBef>
                <a:spcPts val="0"/>
              </a:spcBef>
              <a:spcAft>
                <a:spcPts val="0"/>
              </a:spcAft>
              <a:buClr>
                <a:srgbClr val="1F3864"/>
              </a:buClr>
              <a:buSzPts val="2500"/>
              <a:buNone/>
            </a:pPr>
            <a:r>
              <a:t/>
            </a:r>
            <a:endParaRPr/>
          </a:p>
        </p:txBody>
      </p:sp>
      <p:sp>
        <p:nvSpPr>
          <p:cNvPr id="50" name="Google Shape;50;p3"/>
          <p:cNvSpPr txBox="1"/>
          <p:nvPr>
            <p:ph idx="1" type="body"/>
          </p:nvPr>
        </p:nvSpPr>
        <p:spPr>
          <a:xfrm>
            <a:off x="465470" y="6182953"/>
            <a:ext cx="10266300" cy="6618600"/>
          </a:xfrm>
          <a:prstGeom prst="rect">
            <a:avLst/>
          </a:prstGeom>
          <a:noFill/>
          <a:ln>
            <a:noFill/>
          </a:ln>
        </p:spPr>
        <p:txBody>
          <a:bodyPr anchorCtr="0" anchor="t" bIns="228575" lIns="228575" spcFirstLastPara="1" rIns="228575" wrap="square" tIns="228575">
            <a:spAutoFit/>
          </a:bodyPr>
          <a:lstStyle/>
          <a:p>
            <a:pPr indent="0" lvl="0" marL="0" rtl="0" algn="l">
              <a:spcBef>
                <a:spcPts val="0"/>
              </a:spcBef>
              <a:spcAft>
                <a:spcPts val="0"/>
              </a:spcAft>
              <a:buClr>
                <a:srgbClr val="1F3864"/>
              </a:buClr>
              <a:buSzPts val="2500"/>
              <a:buNone/>
            </a:pPr>
            <a:r>
              <a:rPr lang="en-US"/>
              <a:t>Forecasting crop acreage is essential for agricultural management and policy design, helping to ensure food security and optimize resources. Reliable acreage forecasts inform supply projections, guide infrastructure planning and support food security </a:t>
            </a:r>
            <a:r>
              <a:rPr lang="en-US"/>
              <a:t>initiatives. </a:t>
            </a:r>
            <a:r>
              <a:rPr lang="en-US"/>
              <a:t>However, planting strategies are influenced by complex interactions among economic conditions, environmental factors and historical crop rotation practices, making accurate prediction </a:t>
            </a:r>
            <a:r>
              <a:rPr lang="en-US"/>
              <a:t>challenging. </a:t>
            </a:r>
            <a:endParaRPr/>
          </a:p>
          <a:p>
            <a:pPr indent="0" lvl="0" marL="0" rtl="0" algn="l">
              <a:spcBef>
                <a:spcPts val="0"/>
              </a:spcBef>
              <a:spcAft>
                <a:spcPts val="0"/>
              </a:spcAft>
              <a:buClr>
                <a:srgbClr val="1F3864"/>
              </a:buClr>
              <a:buSzPts val="2500"/>
              <a:buNone/>
            </a:pPr>
            <a:r>
              <a:t/>
            </a:r>
            <a:endParaRPr/>
          </a:p>
          <a:p>
            <a:pPr indent="0" lvl="0" marL="0" rtl="0" algn="l">
              <a:spcBef>
                <a:spcPts val="0"/>
              </a:spcBef>
              <a:spcAft>
                <a:spcPts val="0"/>
              </a:spcAft>
              <a:buClr>
                <a:srgbClr val="1F3864"/>
              </a:buClr>
              <a:buSzPts val="2500"/>
              <a:buNone/>
            </a:pPr>
            <a:r>
              <a:rPr lang="en-US"/>
              <a:t>This project applies statistical methods to model and </a:t>
            </a:r>
            <a:r>
              <a:rPr b="1" lang="en-US"/>
              <a:t>predict future crop acreage</a:t>
            </a:r>
            <a:r>
              <a:rPr lang="en-US"/>
              <a:t> </a:t>
            </a:r>
            <a:r>
              <a:rPr b="1" lang="en-US"/>
              <a:t>in New York State using historical </a:t>
            </a:r>
            <a:r>
              <a:rPr b="1" lang="en-US"/>
              <a:t>agricultural</a:t>
            </a:r>
            <a:r>
              <a:rPr b="1" lang="en-US"/>
              <a:t> and environmental data</a:t>
            </a:r>
            <a:r>
              <a:rPr lang="en-US"/>
              <a:t>, and compares the performance of multiple predictive models. By improving prediction accuracy and identifying key drivers of acreage decisions, </a:t>
            </a:r>
            <a:r>
              <a:rPr b="1" lang="en-US"/>
              <a:t>this project aims to provide insights for both farmers and policymakers.</a:t>
            </a:r>
            <a:endParaRPr b="1"/>
          </a:p>
        </p:txBody>
      </p:sp>
      <p:sp>
        <p:nvSpPr>
          <p:cNvPr id="51" name="Google Shape;51;p3"/>
          <p:cNvSpPr txBox="1"/>
          <p:nvPr>
            <p:ph idx="2" type="body"/>
          </p:nvPr>
        </p:nvSpPr>
        <p:spPr>
          <a:xfrm>
            <a:off x="469210" y="5518886"/>
            <a:ext cx="10262633" cy="677100"/>
          </a:xfrm>
          <a:prstGeom prst="rect">
            <a:avLst/>
          </a:prstGeom>
          <a:noFill/>
          <a:ln>
            <a:noFill/>
          </a:ln>
        </p:spPr>
        <p:txBody>
          <a:bodyPr anchorCtr="0" anchor="t" bIns="91425" lIns="182875" spcFirstLastPara="1" rIns="182875" wrap="square" tIns="91425">
            <a:spAutoFit/>
          </a:bodyPr>
          <a:lstStyle/>
          <a:p>
            <a:pPr indent="0" lvl="0" marL="0" rtl="0" algn="l">
              <a:spcBef>
                <a:spcPts val="0"/>
              </a:spcBef>
              <a:spcAft>
                <a:spcPts val="0"/>
              </a:spcAft>
              <a:buClr>
                <a:srgbClr val="225EAC"/>
              </a:buClr>
              <a:buSzPts val="3200"/>
              <a:buNone/>
            </a:pPr>
            <a:r>
              <a:rPr lang="en-US"/>
              <a:t>I</a:t>
            </a:r>
            <a:r>
              <a:rPr lang="en-US"/>
              <a:t>ntroduction &amp; Objective</a:t>
            </a:r>
            <a:endParaRPr/>
          </a:p>
        </p:txBody>
      </p:sp>
      <p:sp>
        <p:nvSpPr>
          <p:cNvPr id="52" name="Google Shape;52;p3"/>
          <p:cNvSpPr txBox="1"/>
          <p:nvPr>
            <p:ph idx="3" type="body"/>
          </p:nvPr>
        </p:nvSpPr>
        <p:spPr>
          <a:xfrm>
            <a:off x="209950" y="12706301"/>
            <a:ext cx="10287000" cy="677100"/>
          </a:xfrm>
          <a:prstGeom prst="rect">
            <a:avLst/>
          </a:prstGeom>
          <a:noFill/>
          <a:ln>
            <a:noFill/>
          </a:ln>
        </p:spPr>
        <p:txBody>
          <a:bodyPr anchorCtr="0" anchor="t" bIns="91425" lIns="182875" spcFirstLastPara="1" rIns="182875" wrap="square" tIns="91425">
            <a:spAutoFit/>
          </a:bodyPr>
          <a:lstStyle/>
          <a:p>
            <a:pPr indent="0" lvl="0" marL="0" rtl="0" algn="l">
              <a:spcBef>
                <a:spcPts val="0"/>
              </a:spcBef>
              <a:spcAft>
                <a:spcPts val="0"/>
              </a:spcAft>
              <a:buClr>
                <a:srgbClr val="225EAC"/>
              </a:buClr>
              <a:buSzPts val="3200"/>
              <a:buNone/>
            </a:pPr>
            <a:r>
              <a:rPr lang="en-US"/>
              <a:t>Data Pipeline &amp; Feature Engineering</a:t>
            </a:r>
            <a:endParaRPr/>
          </a:p>
        </p:txBody>
      </p:sp>
      <p:sp>
        <p:nvSpPr>
          <p:cNvPr id="53" name="Google Shape;53;p3"/>
          <p:cNvSpPr txBox="1"/>
          <p:nvPr>
            <p:ph idx="4" type="body"/>
          </p:nvPr>
        </p:nvSpPr>
        <p:spPr>
          <a:xfrm>
            <a:off x="11450861" y="16698198"/>
            <a:ext cx="10172700" cy="7785300"/>
          </a:xfrm>
          <a:prstGeom prst="rect">
            <a:avLst/>
          </a:prstGeom>
          <a:noFill/>
          <a:ln>
            <a:noFill/>
          </a:ln>
        </p:spPr>
        <p:txBody>
          <a:bodyPr anchorCtr="0" anchor="t" bIns="228575" lIns="228575" spcFirstLastPara="1" rIns="228575" wrap="square" tIns="228575">
            <a:spAutoFit/>
          </a:bodyPr>
          <a:lstStyle/>
          <a:p>
            <a:pPr indent="0" lvl="0" marL="0" rtl="0" algn="l">
              <a:spcBef>
                <a:spcPts val="0"/>
              </a:spcBef>
              <a:spcAft>
                <a:spcPts val="0"/>
              </a:spcAft>
              <a:buClr>
                <a:srgbClr val="1F3864"/>
              </a:buClr>
              <a:buSzPts val="2500"/>
              <a:buNone/>
            </a:pPr>
            <a:r>
              <a:rPr lang="en-US" sz="4500" u="sng"/>
              <a:t>Baseline Modeling: Full MLR </a:t>
            </a:r>
            <a:endParaRPr sz="4500" u="sng"/>
          </a:p>
          <a:p>
            <a:pPr indent="0" lvl="0" marL="0" rtl="0" algn="l">
              <a:lnSpc>
                <a:spcPct val="115000"/>
              </a:lnSpc>
              <a:spcBef>
                <a:spcPts val="1200"/>
              </a:spcBef>
              <a:spcAft>
                <a:spcPts val="0"/>
              </a:spcAft>
              <a:buClr>
                <a:schemeClr val="dk1"/>
              </a:buClr>
              <a:buSzPts val="1100"/>
              <a:buFont typeface="Arial"/>
              <a:buNone/>
            </a:pPr>
            <a:r>
              <a:rPr lang="en-US" sz="2400">
                <a:solidFill>
                  <a:srgbClr val="1F3864"/>
                </a:solidFill>
              </a:rPr>
              <a:t>To establish an interpretable baseline, we fitted a full</a:t>
            </a:r>
            <a:r>
              <a:rPr b="1" lang="en-US" sz="2400">
                <a:solidFill>
                  <a:srgbClr val="1F3864"/>
                </a:solidFill>
              </a:rPr>
              <a:t> multiple linear regression</a:t>
            </a:r>
            <a:r>
              <a:rPr lang="en-US" sz="2400">
                <a:solidFill>
                  <a:srgbClr val="1F3864"/>
                </a:solidFill>
              </a:rPr>
              <a:t> model to predict log-transformed crop acreage:</a:t>
            </a:r>
            <a:endParaRPr sz="2400">
              <a:solidFill>
                <a:srgbClr val="1F3864"/>
              </a:solidFill>
            </a:endParaRPr>
          </a:p>
          <a:p>
            <a:pPr indent="0" lvl="0" marL="0" rtl="0" algn="l">
              <a:lnSpc>
                <a:spcPct val="115000"/>
              </a:lnSpc>
              <a:spcBef>
                <a:spcPts val="1200"/>
              </a:spcBef>
              <a:spcAft>
                <a:spcPts val="0"/>
              </a:spcAft>
              <a:buClr>
                <a:schemeClr val="dk1"/>
              </a:buClr>
              <a:buSzPts val="1100"/>
              <a:buFont typeface="Arial"/>
              <a:buNone/>
            </a:pPr>
            <a:r>
              <a:rPr lang="en-US" sz="2400">
                <a:solidFill>
                  <a:srgbClr val="188038"/>
                </a:solidFill>
              </a:rPr>
              <a:t>log(1 + acreage_area_proxy)</a:t>
            </a:r>
            <a:endParaRPr sz="2400">
              <a:solidFill>
                <a:srgbClr val="188038"/>
              </a:solidFill>
            </a:endParaRPr>
          </a:p>
          <a:p>
            <a:pPr indent="0" lvl="0" marL="0" rtl="0" algn="l">
              <a:lnSpc>
                <a:spcPct val="115000"/>
              </a:lnSpc>
              <a:spcBef>
                <a:spcPts val="1200"/>
              </a:spcBef>
              <a:spcAft>
                <a:spcPts val="0"/>
              </a:spcAft>
              <a:buClr>
                <a:schemeClr val="dk1"/>
              </a:buClr>
              <a:buSzPts val="1100"/>
              <a:buNone/>
            </a:pPr>
            <a:r>
              <a:rPr lang="en-US" sz="2400">
                <a:solidFill>
                  <a:srgbClr val="1F3864"/>
                </a:solidFill>
              </a:rPr>
              <a:t>Predictors included crop type, year, soil characteristics, weather variables, and crop rotation features in county-level.</a:t>
            </a:r>
            <a:endParaRPr sz="2400">
              <a:solidFill>
                <a:srgbClr val="1F3864"/>
              </a:solidFill>
            </a:endParaRPr>
          </a:p>
          <a:p>
            <a:pPr indent="0" lvl="0" marL="0" rtl="0" algn="l">
              <a:lnSpc>
                <a:spcPct val="115000"/>
              </a:lnSpc>
              <a:spcBef>
                <a:spcPts val="1200"/>
              </a:spcBef>
              <a:spcAft>
                <a:spcPts val="0"/>
              </a:spcAft>
              <a:buClr>
                <a:schemeClr val="dk1"/>
              </a:buClr>
              <a:buSzPts val="1100"/>
              <a:buFont typeface="Arial"/>
              <a:buNone/>
            </a:pPr>
            <a:r>
              <a:rPr lang="en-US" sz="2400">
                <a:solidFill>
                  <a:srgbClr val="1F3864"/>
                </a:solidFill>
              </a:rPr>
              <a:t>The full MLR model explains about </a:t>
            </a:r>
            <a:r>
              <a:rPr b="1" lang="en-US" sz="2400">
                <a:solidFill>
                  <a:srgbClr val="1F3864"/>
                </a:solidFill>
              </a:rPr>
              <a:t>65%</a:t>
            </a:r>
            <a:r>
              <a:rPr lang="en-US" sz="2400">
                <a:solidFill>
                  <a:srgbClr val="1F3864"/>
                </a:solidFill>
              </a:rPr>
              <a:t> of the variation in log acreage, with a </a:t>
            </a:r>
            <a:r>
              <a:rPr b="1" lang="en-US" sz="2400">
                <a:solidFill>
                  <a:srgbClr val="1F3864"/>
                </a:solidFill>
              </a:rPr>
              <a:t>log-scale RMSE of 1.57</a:t>
            </a:r>
            <a:r>
              <a:rPr lang="en-US" sz="2400">
                <a:solidFill>
                  <a:srgbClr val="1F3864"/>
                </a:solidFill>
              </a:rPr>
              <a:t>.  After back-transforming predictions to the original acreage scale, the MSE was </a:t>
            </a:r>
            <a:r>
              <a:rPr b="1" lang="en-US" sz="2400">
                <a:solidFill>
                  <a:srgbClr val="1F3864"/>
                </a:solidFill>
              </a:rPr>
              <a:t>1.24 × 10¹⁵</a:t>
            </a:r>
            <a:r>
              <a:rPr lang="en-US" sz="2400">
                <a:solidFill>
                  <a:srgbClr val="1F3864"/>
                </a:solidFill>
              </a:rPr>
              <a:t>. This value is very large because acreage values are large in the original scale, and MSE squares the prediction errors. Overall, the model is informative as a baseline, but residual patterns suggest that more flexible models are needed to capture nonlinear relationships. </a:t>
            </a:r>
            <a:endParaRPr sz="2400">
              <a:solidFill>
                <a:srgbClr val="1F3864"/>
              </a:solidFill>
            </a:endParaRPr>
          </a:p>
          <a:p>
            <a:pPr indent="0" lvl="0" marL="0" rtl="0" algn="l">
              <a:spcBef>
                <a:spcPts val="1200"/>
              </a:spcBef>
              <a:spcAft>
                <a:spcPts val="0"/>
              </a:spcAft>
              <a:buClr>
                <a:srgbClr val="1F3864"/>
              </a:buClr>
              <a:buSzPts val="2500"/>
              <a:buNone/>
            </a:pPr>
            <a:r>
              <a:t/>
            </a:r>
            <a:endParaRPr sz="2200"/>
          </a:p>
        </p:txBody>
      </p:sp>
      <p:sp>
        <p:nvSpPr>
          <p:cNvPr id="54" name="Google Shape;54;p3"/>
          <p:cNvSpPr txBox="1"/>
          <p:nvPr>
            <p:ph idx="5" type="body"/>
          </p:nvPr>
        </p:nvSpPr>
        <p:spPr>
          <a:xfrm>
            <a:off x="11425487" y="5556274"/>
            <a:ext cx="10172700" cy="677100"/>
          </a:xfrm>
          <a:prstGeom prst="rect">
            <a:avLst/>
          </a:prstGeom>
          <a:noFill/>
          <a:ln>
            <a:noFill/>
          </a:ln>
        </p:spPr>
        <p:txBody>
          <a:bodyPr anchorCtr="0" anchor="t" bIns="91425" lIns="182875" spcFirstLastPara="1" rIns="182875" wrap="square" tIns="91425">
            <a:spAutoFit/>
          </a:bodyPr>
          <a:lstStyle/>
          <a:p>
            <a:pPr indent="0" lvl="0" marL="0" rtl="0" algn="l">
              <a:spcBef>
                <a:spcPts val="0"/>
              </a:spcBef>
              <a:spcAft>
                <a:spcPts val="0"/>
              </a:spcAft>
              <a:buClr>
                <a:srgbClr val="225EAC"/>
              </a:buClr>
              <a:buSzPts val="3200"/>
              <a:buNone/>
            </a:pPr>
            <a:r>
              <a:rPr lang="en-US"/>
              <a:t>M</a:t>
            </a:r>
            <a:r>
              <a:rPr lang="en-US"/>
              <a:t>ethodology</a:t>
            </a:r>
            <a:endParaRPr/>
          </a:p>
        </p:txBody>
      </p:sp>
      <p:sp>
        <p:nvSpPr>
          <p:cNvPr id="55" name="Google Shape;55;p3"/>
          <p:cNvSpPr txBox="1"/>
          <p:nvPr>
            <p:ph idx="7" type="body"/>
          </p:nvPr>
        </p:nvSpPr>
        <p:spPr>
          <a:xfrm>
            <a:off x="22291810" y="5518885"/>
            <a:ext cx="10207489" cy="677100"/>
          </a:xfrm>
          <a:prstGeom prst="rect">
            <a:avLst/>
          </a:prstGeom>
          <a:noFill/>
          <a:ln>
            <a:noFill/>
          </a:ln>
        </p:spPr>
        <p:txBody>
          <a:bodyPr anchorCtr="0" anchor="t" bIns="91425" lIns="182875" spcFirstLastPara="1" rIns="182875" wrap="square" tIns="91425">
            <a:spAutoFit/>
          </a:bodyPr>
          <a:lstStyle/>
          <a:p>
            <a:pPr indent="0" lvl="0" marL="0" rtl="0" algn="l">
              <a:spcBef>
                <a:spcPts val="0"/>
              </a:spcBef>
              <a:spcAft>
                <a:spcPts val="0"/>
              </a:spcAft>
              <a:buClr>
                <a:srgbClr val="225EAC"/>
              </a:buClr>
              <a:buSzPts val="3200"/>
              <a:buNone/>
            </a:pPr>
            <a:r>
              <a:rPr lang="en-US"/>
              <a:t>Result</a:t>
            </a:r>
            <a:endParaRPr/>
          </a:p>
        </p:txBody>
      </p:sp>
      <p:sp>
        <p:nvSpPr>
          <p:cNvPr id="56" name="Google Shape;56;p3"/>
          <p:cNvSpPr txBox="1"/>
          <p:nvPr>
            <p:ph idx="8" type="body"/>
          </p:nvPr>
        </p:nvSpPr>
        <p:spPr>
          <a:xfrm>
            <a:off x="33193439" y="5472545"/>
            <a:ext cx="10257300" cy="677100"/>
          </a:xfrm>
          <a:prstGeom prst="rect">
            <a:avLst/>
          </a:prstGeom>
          <a:noFill/>
          <a:ln>
            <a:noFill/>
          </a:ln>
        </p:spPr>
        <p:txBody>
          <a:bodyPr anchorCtr="0" anchor="t" bIns="91425" lIns="182875" spcFirstLastPara="1" rIns="182875" wrap="square" tIns="91425">
            <a:spAutoFit/>
          </a:bodyPr>
          <a:lstStyle/>
          <a:p>
            <a:pPr indent="0" lvl="0" marL="0" rtl="0" algn="l">
              <a:spcBef>
                <a:spcPts val="0"/>
              </a:spcBef>
              <a:spcAft>
                <a:spcPts val="0"/>
              </a:spcAft>
              <a:buClr>
                <a:srgbClr val="225EAC"/>
              </a:buClr>
              <a:buSzPts val="3200"/>
              <a:buNone/>
            </a:pPr>
            <a:r>
              <a:rPr lang="en-US"/>
              <a:t>Conclusion</a:t>
            </a:r>
            <a:endParaRPr/>
          </a:p>
        </p:txBody>
      </p:sp>
      <p:sp>
        <p:nvSpPr>
          <p:cNvPr id="57" name="Google Shape;57;p3"/>
          <p:cNvSpPr txBox="1"/>
          <p:nvPr>
            <p:ph idx="9" type="body"/>
          </p:nvPr>
        </p:nvSpPr>
        <p:spPr>
          <a:xfrm>
            <a:off x="33185100" y="5942016"/>
            <a:ext cx="10540200" cy="8542800"/>
          </a:xfrm>
          <a:prstGeom prst="rect">
            <a:avLst/>
          </a:prstGeom>
          <a:noFill/>
          <a:ln>
            <a:noFill/>
          </a:ln>
        </p:spPr>
        <p:txBody>
          <a:bodyPr anchorCtr="0" anchor="t" bIns="228575" lIns="228575" spcFirstLastPara="1" rIns="228575" wrap="square" tIns="228575">
            <a:spAutoFit/>
          </a:bodyPr>
          <a:lstStyle/>
          <a:p>
            <a:pPr indent="0" lvl="0" marL="0" rtl="0" algn="l">
              <a:spcBef>
                <a:spcPts val="0"/>
              </a:spcBef>
              <a:spcAft>
                <a:spcPts val="0"/>
              </a:spcAft>
              <a:buClr>
                <a:srgbClr val="1F3864"/>
              </a:buClr>
              <a:buSzPts val="2500"/>
              <a:buNone/>
            </a:pPr>
            <a:r>
              <a:rPr lang="en-US"/>
              <a:t>This project demonstrates that agricultural field classification and acreage estimation across New York State can be effectively achieved through a multi-stage feature engineering pipeline and </a:t>
            </a:r>
            <a:r>
              <a:rPr lang="en-US"/>
              <a:t>machine learning model</a:t>
            </a:r>
            <a:r>
              <a:rPr lang="en-US"/>
              <a:t> integrating crop sequence history, weather dynamics, soil attributes, and spatial geometry. </a:t>
            </a:r>
            <a:r>
              <a:rPr lang="en-US"/>
              <a:t>The </a:t>
            </a:r>
            <a:r>
              <a:rPr b="1" lang="en-US"/>
              <a:t>key insight is that agriculture is highly autocorrelated and dependent to environmental similarities. </a:t>
            </a:r>
            <a:endParaRPr/>
          </a:p>
          <a:p>
            <a:pPr indent="0" lvl="0" marL="0" rtl="0" algn="l">
              <a:spcBef>
                <a:spcPts val="0"/>
              </a:spcBef>
              <a:spcAft>
                <a:spcPts val="0"/>
              </a:spcAft>
              <a:buClr>
                <a:srgbClr val="1F3864"/>
              </a:buClr>
              <a:buSzPts val="2500"/>
              <a:buNone/>
            </a:pPr>
            <a:r>
              <a:t/>
            </a:r>
            <a:endParaRPr/>
          </a:p>
          <a:p>
            <a:pPr indent="0" lvl="0" marL="0" rtl="0" algn="l">
              <a:spcBef>
                <a:spcPts val="0"/>
              </a:spcBef>
              <a:spcAft>
                <a:spcPts val="0"/>
              </a:spcAft>
              <a:buClr>
                <a:srgbClr val="1F3864"/>
              </a:buClr>
              <a:buSzPts val="2500"/>
              <a:buNone/>
            </a:pPr>
            <a:r>
              <a:rPr lang="en-US"/>
              <a:t>For crop plant strategy prediction, CatBoost achieved the best tabular performance, outperforming deep learning models constrained by sample size and feature space structure. Where the bidirectional </a:t>
            </a:r>
            <a:r>
              <a:rPr b="1" lang="en-US"/>
              <a:t>LSTM achieved slight improvement (91.92% accuracy)</a:t>
            </a:r>
            <a:r>
              <a:rPr lang="en-US"/>
              <a:t>, but we </a:t>
            </a:r>
            <a:r>
              <a:rPr lang="en-US"/>
              <a:t>have</a:t>
            </a:r>
            <a:r>
              <a:rPr lang="en-US"/>
              <a:t> </a:t>
            </a:r>
            <a:r>
              <a:rPr b="1" lang="en-US"/>
              <a:t>chosen Catboost</a:t>
            </a:r>
            <a:r>
              <a:rPr lang="en-US"/>
              <a:t> in the </a:t>
            </a:r>
            <a:r>
              <a:rPr b="1" lang="en-US"/>
              <a:t>trade-off for interpretability at the cost of slight prediction </a:t>
            </a:r>
            <a:r>
              <a:rPr b="1" lang="en-US"/>
              <a:t>improvement</a:t>
            </a:r>
            <a:r>
              <a:rPr b="1" lang="en-US"/>
              <a:t>.</a:t>
            </a:r>
            <a:r>
              <a:rPr lang="en-US"/>
              <a:t> </a:t>
            </a:r>
            <a:endParaRPr/>
          </a:p>
          <a:p>
            <a:pPr indent="0" lvl="0" marL="0" rtl="0" algn="l">
              <a:spcBef>
                <a:spcPts val="0"/>
              </a:spcBef>
              <a:spcAft>
                <a:spcPts val="0"/>
              </a:spcAft>
              <a:buClr>
                <a:srgbClr val="1F3864"/>
              </a:buClr>
              <a:buSzPts val="2500"/>
              <a:buNone/>
            </a:pPr>
            <a:r>
              <a:t/>
            </a:r>
            <a:endParaRPr/>
          </a:p>
          <a:p>
            <a:pPr indent="0" lvl="0" marL="0" rtl="0" algn="l">
              <a:spcBef>
                <a:spcPts val="0"/>
              </a:spcBef>
              <a:spcAft>
                <a:spcPts val="0"/>
              </a:spcAft>
              <a:buClr>
                <a:srgbClr val="1F3864"/>
              </a:buClr>
              <a:buSzPts val="2500"/>
              <a:buNone/>
            </a:pPr>
            <a:r>
              <a:rPr lang="en-US"/>
              <a:t>The full </a:t>
            </a:r>
            <a:r>
              <a:rPr b="1" lang="en-US"/>
              <a:t>MLR baseline explains ~65% of variation</a:t>
            </a:r>
            <a:r>
              <a:rPr lang="en-US"/>
              <a:t> in log-transformed crop acreage, while Random Forest regression further improved prediction accuracy </a:t>
            </a:r>
            <a:r>
              <a:rPr b="1" lang="en-US"/>
              <a:t>(up to 98%)</a:t>
            </a:r>
            <a:r>
              <a:rPr lang="en-US"/>
              <a:t>, confirming that soil, weather, and rotation features carry meaningful predictive signal for acreage forecasting, while residual patterns motivate further nonlinear modeling.</a:t>
            </a:r>
            <a:endParaRPr/>
          </a:p>
        </p:txBody>
      </p:sp>
      <p:sp>
        <p:nvSpPr>
          <p:cNvPr id="58" name="Google Shape;58;p3"/>
          <p:cNvSpPr txBox="1"/>
          <p:nvPr>
            <p:ph idx="13" type="body"/>
          </p:nvPr>
        </p:nvSpPr>
        <p:spPr>
          <a:xfrm>
            <a:off x="33273496" y="14157723"/>
            <a:ext cx="10248900" cy="677100"/>
          </a:xfrm>
          <a:prstGeom prst="rect">
            <a:avLst/>
          </a:prstGeom>
          <a:noFill/>
          <a:ln>
            <a:noFill/>
          </a:ln>
        </p:spPr>
        <p:txBody>
          <a:bodyPr anchorCtr="0" anchor="t" bIns="91425" lIns="182875" spcFirstLastPara="1" rIns="182875" wrap="square" tIns="91425">
            <a:spAutoFit/>
          </a:bodyPr>
          <a:lstStyle/>
          <a:p>
            <a:pPr indent="0" lvl="0" marL="0" rtl="0" algn="l">
              <a:spcBef>
                <a:spcPts val="0"/>
              </a:spcBef>
              <a:spcAft>
                <a:spcPts val="0"/>
              </a:spcAft>
              <a:buClr>
                <a:srgbClr val="225EAC"/>
              </a:buClr>
              <a:buSzPts val="3200"/>
              <a:buNone/>
            </a:pPr>
            <a:r>
              <a:rPr lang="en-US"/>
              <a:t>Area for Improvement</a:t>
            </a:r>
            <a:endParaRPr/>
          </a:p>
        </p:txBody>
      </p:sp>
      <p:sp>
        <p:nvSpPr>
          <p:cNvPr id="59" name="Google Shape;59;p3"/>
          <p:cNvSpPr txBox="1"/>
          <p:nvPr>
            <p:ph idx="15" type="body"/>
          </p:nvPr>
        </p:nvSpPr>
        <p:spPr>
          <a:xfrm>
            <a:off x="33042648" y="29554047"/>
            <a:ext cx="10956900" cy="677100"/>
          </a:xfrm>
          <a:prstGeom prst="rect">
            <a:avLst/>
          </a:prstGeom>
          <a:noFill/>
          <a:ln>
            <a:noFill/>
          </a:ln>
        </p:spPr>
        <p:txBody>
          <a:bodyPr anchorCtr="0" anchor="t" bIns="91425" lIns="182875" spcFirstLastPara="1" rIns="182875" wrap="square" tIns="91425">
            <a:spAutoFit/>
          </a:bodyPr>
          <a:lstStyle/>
          <a:p>
            <a:pPr indent="0" lvl="0" marL="0" rtl="0" algn="l">
              <a:spcBef>
                <a:spcPts val="0"/>
              </a:spcBef>
              <a:spcAft>
                <a:spcPts val="0"/>
              </a:spcAft>
              <a:buClr>
                <a:srgbClr val="225EAC"/>
              </a:buClr>
              <a:buSzPts val="3200"/>
              <a:buNone/>
            </a:pPr>
            <a:r>
              <a:rPr lang="en-US"/>
              <a:t>Acknowledgement</a:t>
            </a:r>
            <a:endParaRPr/>
          </a:p>
        </p:txBody>
      </p:sp>
      <p:sp>
        <p:nvSpPr>
          <p:cNvPr id="60" name="Google Shape;60;p3"/>
          <p:cNvSpPr txBox="1"/>
          <p:nvPr>
            <p:ph idx="16" type="body"/>
          </p:nvPr>
        </p:nvSpPr>
        <p:spPr>
          <a:xfrm>
            <a:off x="33030200" y="30015923"/>
            <a:ext cx="10962300" cy="2616600"/>
          </a:xfrm>
          <a:prstGeom prst="rect">
            <a:avLst/>
          </a:prstGeom>
          <a:noFill/>
          <a:ln>
            <a:noFill/>
          </a:ln>
        </p:spPr>
        <p:txBody>
          <a:bodyPr anchorCtr="0" anchor="t" bIns="228575" lIns="228575" spcFirstLastPara="1" rIns="228575" wrap="square" tIns="228575">
            <a:spAutoFit/>
          </a:bodyPr>
          <a:lstStyle/>
          <a:p>
            <a:pPr indent="-387350" lvl="0" marL="457200" rtl="0" algn="l">
              <a:lnSpc>
                <a:spcPct val="115000"/>
              </a:lnSpc>
              <a:spcBef>
                <a:spcPts val="0"/>
              </a:spcBef>
              <a:spcAft>
                <a:spcPts val="0"/>
              </a:spcAft>
              <a:buSzPts val="2500"/>
              <a:buChar char="-"/>
            </a:pPr>
            <a:r>
              <a:rPr lang="en-US"/>
              <a:t>Luca Sartore, Ph.D., NISS Contractor (Senior Research Fellow), U.S. Department of Agriculture</a:t>
            </a:r>
            <a:endParaRPr/>
          </a:p>
          <a:p>
            <a:pPr indent="-387350" lvl="0" marL="457200" rtl="0" algn="l">
              <a:lnSpc>
                <a:spcPct val="115000"/>
              </a:lnSpc>
              <a:spcBef>
                <a:spcPts val="0"/>
              </a:spcBef>
              <a:spcAft>
                <a:spcPts val="0"/>
              </a:spcAft>
              <a:buSzPts val="2500"/>
              <a:buChar char="-"/>
            </a:pPr>
            <a:r>
              <a:rPr lang="en-US"/>
              <a:t>David Ruppert, Ph.D., Andrew Schultz Jr. Professor of Engineering and Professor of Statistics and Data Science at Cornell University</a:t>
            </a:r>
            <a:endParaRPr/>
          </a:p>
          <a:p>
            <a:pPr indent="0" lvl="0" marL="0" rtl="0" algn="l">
              <a:spcBef>
                <a:spcPts val="0"/>
              </a:spcBef>
              <a:spcAft>
                <a:spcPts val="0"/>
              </a:spcAft>
              <a:buClr>
                <a:srgbClr val="1F3864"/>
              </a:buClr>
              <a:buSzPts val="2500"/>
              <a:buNone/>
            </a:pPr>
            <a:r>
              <a:t/>
            </a:r>
            <a:endParaRPr/>
          </a:p>
        </p:txBody>
      </p:sp>
      <p:sp>
        <p:nvSpPr>
          <p:cNvPr id="61" name="Google Shape;61;p3"/>
          <p:cNvSpPr txBox="1"/>
          <p:nvPr>
            <p:ph idx="18" type="body"/>
          </p:nvPr>
        </p:nvSpPr>
        <p:spPr>
          <a:xfrm>
            <a:off x="5747667" y="3407994"/>
            <a:ext cx="32526600" cy="585000"/>
          </a:xfrm>
          <a:prstGeom prst="rect">
            <a:avLst/>
          </a:prstGeom>
          <a:noFill/>
          <a:ln>
            <a:noFill/>
          </a:ln>
        </p:spPr>
        <p:txBody>
          <a:bodyPr anchorCtr="0" anchor="t" bIns="45700" lIns="91425" spcFirstLastPara="1" rIns="91425" wrap="square" tIns="45700">
            <a:spAutoFit/>
          </a:bodyPr>
          <a:lstStyle/>
          <a:p>
            <a:pPr indent="0" lvl="0" marL="0" rtl="0" algn="ctr">
              <a:spcBef>
                <a:spcPts val="0"/>
              </a:spcBef>
              <a:spcAft>
                <a:spcPts val="0"/>
              </a:spcAft>
              <a:buClr>
                <a:schemeClr val="lt1"/>
              </a:buClr>
              <a:buSzPts val="3200"/>
              <a:buFont typeface="Century Gothic"/>
              <a:buNone/>
            </a:pPr>
            <a:r>
              <a:rPr lang="en-US"/>
              <a:t>MPS in Applied Statistics and Data Science Capstone Project</a:t>
            </a:r>
            <a:endParaRPr/>
          </a:p>
        </p:txBody>
      </p:sp>
      <p:sp>
        <p:nvSpPr>
          <p:cNvPr id="62" name="Google Shape;62;p3"/>
          <p:cNvSpPr txBox="1"/>
          <p:nvPr>
            <p:ph idx="17" type="body"/>
          </p:nvPr>
        </p:nvSpPr>
        <p:spPr>
          <a:xfrm>
            <a:off x="-16550" y="12998622"/>
            <a:ext cx="10744200" cy="9158400"/>
          </a:xfrm>
          <a:prstGeom prst="rect">
            <a:avLst/>
          </a:prstGeom>
          <a:noFill/>
          <a:ln>
            <a:noFill/>
          </a:ln>
        </p:spPr>
        <p:txBody>
          <a:bodyPr anchorCtr="0" anchor="t" bIns="228575" lIns="228575" spcFirstLastPara="1" rIns="228575" wrap="square" tIns="228575">
            <a:spAutoFit/>
          </a:bodyPr>
          <a:lstStyle/>
          <a:p>
            <a:pPr indent="0" lvl="0" marL="0" rtl="0" algn="l">
              <a:spcBef>
                <a:spcPts val="0"/>
              </a:spcBef>
              <a:spcAft>
                <a:spcPts val="0"/>
              </a:spcAft>
              <a:buNone/>
            </a:pPr>
            <a:r>
              <a:t/>
            </a:r>
            <a:endParaRPr/>
          </a:p>
          <a:p>
            <a:pPr indent="-387350" lvl="0" marL="457200" rtl="0" algn="l">
              <a:spcBef>
                <a:spcPts val="0"/>
              </a:spcBef>
              <a:spcAft>
                <a:spcPts val="0"/>
              </a:spcAft>
              <a:buSzPts val="2500"/>
              <a:buAutoNum type="arabicPeriod"/>
            </a:pPr>
            <a:r>
              <a:rPr b="1" lang="en-US"/>
              <a:t>CSB (Crop Sequence Boundaries)</a:t>
            </a:r>
            <a:r>
              <a:rPr lang="en-US"/>
              <a:t>: A satellite-derived dataset providing non-confidential, field-level crop rotations, boundaries, and </a:t>
            </a:r>
            <a:r>
              <a:rPr b="1" lang="en-US"/>
              <a:t>acreage across the contiguous U.S.</a:t>
            </a:r>
            <a:r>
              <a:rPr lang="en-US"/>
              <a:t> from 2008 to 2024 with geometric </a:t>
            </a:r>
            <a:r>
              <a:rPr lang="en-US"/>
              <a:t>label from USDA. The polygon data is grouped and merged in a wide format. (1,553,005 polygons)</a:t>
            </a:r>
            <a:endParaRPr/>
          </a:p>
          <a:p>
            <a:pPr indent="-387350" lvl="0" marL="457200" rtl="0" algn="l">
              <a:spcBef>
                <a:spcPts val="0"/>
              </a:spcBef>
              <a:spcAft>
                <a:spcPts val="0"/>
              </a:spcAft>
              <a:buSzPts val="2500"/>
              <a:buAutoNum type="arabicPeriod"/>
            </a:pPr>
            <a:r>
              <a:rPr b="1" lang="en-US"/>
              <a:t>Weather Data</a:t>
            </a:r>
            <a:r>
              <a:rPr lang="en-US"/>
              <a:t>: a panel of county-level weekly weather observations, containing detailed temperature, precipitation, growing degree days, and aridity measures along with their deviations from historical norms and prior periods.</a:t>
            </a:r>
            <a:endParaRPr/>
          </a:p>
          <a:p>
            <a:pPr indent="-387350" lvl="0" marL="457200" rtl="0" algn="l">
              <a:spcBef>
                <a:spcPts val="0"/>
              </a:spcBef>
              <a:spcAft>
                <a:spcPts val="0"/>
              </a:spcAft>
              <a:buSzPts val="2500"/>
              <a:buAutoNum type="arabicPeriod"/>
            </a:pPr>
            <a:r>
              <a:rPr b="1" lang="en-US"/>
              <a:t>Soil Data</a:t>
            </a:r>
            <a:r>
              <a:rPr lang="en-US"/>
              <a:t>: </a:t>
            </a:r>
            <a:r>
              <a:rPr lang="en-US">
                <a:solidFill>
                  <a:srgbClr val="1F3864"/>
                </a:solidFill>
              </a:rPr>
              <a:t>USDA gSSURGO provides detailed soil properties, including slope, water table depth, water storage capacity, bedrock depth, and ponding frequency. Soil polygons were aggregated to the </a:t>
            </a:r>
            <a:r>
              <a:rPr b="1" lang="en-US">
                <a:solidFill>
                  <a:srgbClr val="1F3864"/>
                </a:solidFill>
              </a:rPr>
              <a:t>county level</a:t>
            </a:r>
            <a:r>
              <a:rPr lang="en-US">
                <a:solidFill>
                  <a:srgbClr val="1F3864"/>
                </a:solidFill>
              </a:rPr>
              <a:t> using spatial joins and weighted averages to align with CSB data. </a:t>
            </a:r>
            <a:endParaRPr>
              <a:solidFill>
                <a:srgbClr val="1F3864"/>
              </a:solidFill>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sz="4500"/>
              <a:t>Data Exploration &amp; Transformation</a:t>
            </a:r>
            <a:endParaRPr sz="4500"/>
          </a:p>
          <a:p>
            <a:pPr indent="0" lvl="0" marL="0" rtl="0" algn="l">
              <a:spcBef>
                <a:spcPts val="0"/>
              </a:spcBef>
              <a:spcAft>
                <a:spcPts val="0"/>
              </a:spcAft>
              <a:buClr>
                <a:srgbClr val="1F3864"/>
              </a:buClr>
              <a:buSzPts val="2500"/>
              <a:buFont typeface="Arial"/>
              <a:buNone/>
            </a:pPr>
            <a:r>
              <a:rPr lang="en-US" sz="4500"/>
              <a:t>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p:txBody>
      </p:sp>
      <p:sp>
        <p:nvSpPr>
          <p:cNvPr id="63" name="Google Shape;63;p3"/>
          <p:cNvSpPr txBox="1"/>
          <p:nvPr>
            <p:ph idx="19" type="body"/>
          </p:nvPr>
        </p:nvSpPr>
        <p:spPr>
          <a:xfrm>
            <a:off x="5747667" y="2337064"/>
            <a:ext cx="32526600" cy="769500"/>
          </a:xfrm>
          <a:prstGeom prst="rect">
            <a:avLst/>
          </a:prstGeom>
          <a:noFill/>
          <a:ln>
            <a:noFill/>
          </a:ln>
        </p:spPr>
        <p:txBody>
          <a:bodyPr anchorCtr="0" anchor="t" bIns="45700" lIns="91425" spcFirstLastPara="1" rIns="91425" wrap="square" tIns="45700">
            <a:spAutoFit/>
          </a:bodyPr>
          <a:lstStyle/>
          <a:p>
            <a:pPr indent="0" lvl="0" marL="0" rtl="0" algn="ctr">
              <a:spcBef>
                <a:spcPts val="0"/>
              </a:spcBef>
              <a:spcAft>
                <a:spcPts val="0"/>
              </a:spcAft>
              <a:buClr>
                <a:schemeClr val="lt1"/>
              </a:buClr>
              <a:buSzPts val="4400"/>
              <a:buFont typeface="Century Gothic"/>
              <a:buNone/>
            </a:pPr>
            <a:r>
              <a:rPr lang="en-US"/>
              <a:t>By Tony Yik-Hau Au (ya293), Wenlin Huang (wh539), Sirui Cao (sc3554), Yuheng Shen (ys2393), Yiyou Jin (yj583)</a:t>
            </a:r>
            <a:endParaRPr/>
          </a:p>
        </p:txBody>
      </p:sp>
      <p:sp>
        <p:nvSpPr>
          <p:cNvPr id="64" name="Google Shape;64;p3"/>
          <p:cNvSpPr txBox="1"/>
          <p:nvPr>
            <p:ph idx="20" type="body"/>
          </p:nvPr>
        </p:nvSpPr>
        <p:spPr>
          <a:xfrm>
            <a:off x="5747667" y="833573"/>
            <a:ext cx="32526600" cy="1015800"/>
          </a:xfrm>
          <a:prstGeom prst="rect">
            <a:avLst/>
          </a:prstGeom>
          <a:noFill/>
          <a:ln>
            <a:noFill/>
          </a:ln>
        </p:spPr>
        <p:txBody>
          <a:bodyPr anchorCtr="0" anchor="t" bIns="45700" lIns="91425" spcFirstLastPara="1" rIns="91425" wrap="square" tIns="45700">
            <a:spAutoFit/>
          </a:bodyPr>
          <a:lstStyle/>
          <a:p>
            <a:pPr indent="0" lvl="0" marL="0" rtl="0" algn="ctr">
              <a:spcBef>
                <a:spcPts val="0"/>
              </a:spcBef>
              <a:spcAft>
                <a:spcPts val="0"/>
              </a:spcAft>
              <a:buClr>
                <a:schemeClr val="lt1"/>
              </a:buClr>
              <a:buSzPts val="6000"/>
              <a:buFont typeface="Century Gothic"/>
              <a:buNone/>
            </a:pPr>
            <a:r>
              <a:rPr lang="en-US"/>
              <a:t>Acreage Estimation and Uncertainty Quantification for New York State</a:t>
            </a:r>
            <a:endParaRPr/>
          </a:p>
        </p:txBody>
      </p:sp>
      <p:pic>
        <p:nvPicPr>
          <p:cNvPr id="65" name="Google Shape;65;p3"/>
          <p:cNvPicPr preferRelativeResize="0"/>
          <p:nvPr/>
        </p:nvPicPr>
        <p:blipFill>
          <a:blip r:embed="rId4">
            <a:alphaModFix/>
          </a:blip>
          <a:stretch>
            <a:fillRect/>
          </a:stretch>
        </p:blipFill>
        <p:spPr>
          <a:xfrm>
            <a:off x="16438444" y="23747450"/>
            <a:ext cx="5159730" cy="2256098"/>
          </a:xfrm>
          <a:prstGeom prst="rect">
            <a:avLst/>
          </a:prstGeom>
          <a:noFill/>
          <a:ln>
            <a:noFill/>
          </a:ln>
        </p:spPr>
      </p:pic>
      <p:pic>
        <p:nvPicPr>
          <p:cNvPr id="66" name="Google Shape;66;p3"/>
          <p:cNvPicPr preferRelativeResize="0"/>
          <p:nvPr/>
        </p:nvPicPr>
        <p:blipFill>
          <a:blip r:embed="rId5">
            <a:alphaModFix/>
          </a:blip>
          <a:stretch>
            <a:fillRect/>
          </a:stretch>
        </p:blipFill>
        <p:spPr>
          <a:xfrm>
            <a:off x="11425475" y="23773178"/>
            <a:ext cx="5159729" cy="2256097"/>
          </a:xfrm>
          <a:prstGeom prst="rect">
            <a:avLst/>
          </a:prstGeom>
          <a:noFill/>
          <a:ln>
            <a:noFill/>
          </a:ln>
        </p:spPr>
      </p:pic>
      <p:pic>
        <p:nvPicPr>
          <p:cNvPr id="67" name="Google Shape;67;p3"/>
          <p:cNvPicPr preferRelativeResize="0"/>
          <p:nvPr/>
        </p:nvPicPr>
        <p:blipFill>
          <a:blip r:embed="rId6">
            <a:alphaModFix/>
          </a:blip>
          <a:stretch>
            <a:fillRect/>
          </a:stretch>
        </p:blipFill>
        <p:spPr>
          <a:xfrm>
            <a:off x="11411463" y="13609204"/>
            <a:ext cx="10172699" cy="3263300"/>
          </a:xfrm>
          <a:prstGeom prst="rect">
            <a:avLst/>
          </a:prstGeom>
          <a:noFill/>
          <a:ln>
            <a:noFill/>
          </a:ln>
        </p:spPr>
      </p:pic>
      <p:pic>
        <p:nvPicPr>
          <p:cNvPr id="68" name="Google Shape;68;p3" title="ny_rotation_strategy_map.png"/>
          <p:cNvPicPr preferRelativeResize="0"/>
          <p:nvPr/>
        </p:nvPicPr>
        <p:blipFill rotWithShape="1">
          <a:blip r:embed="rId7">
            <a:alphaModFix/>
          </a:blip>
          <a:srcRect b="0" l="2272" r="2272" t="0"/>
          <a:stretch/>
        </p:blipFill>
        <p:spPr>
          <a:xfrm>
            <a:off x="-16550" y="25021326"/>
            <a:ext cx="5146301" cy="3874549"/>
          </a:xfrm>
          <a:prstGeom prst="rect">
            <a:avLst/>
          </a:prstGeom>
          <a:noFill/>
          <a:ln>
            <a:noFill/>
          </a:ln>
        </p:spPr>
      </p:pic>
      <p:pic>
        <p:nvPicPr>
          <p:cNvPr id="69" name="Google Shape;69;p3"/>
          <p:cNvPicPr preferRelativeResize="0"/>
          <p:nvPr/>
        </p:nvPicPr>
        <p:blipFill rotWithShape="1">
          <a:blip r:embed="rId8">
            <a:alphaModFix/>
          </a:blip>
          <a:srcRect b="0" l="-1543" r="0" t="0"/>
          <a:stretch/>
        </p:blipFill>
        <p:spPr>
          <a:xfrm>
            <a:off x="4532050" y="19360975"/>
            <a:ext cx="6229001" cy="3980099"/>
          </a:xfrm>
          <a:prstGeom prst="rect">
            <a:avLst/>
          </a:prstGeom>
          <a:noFill/>
          <a:ln>
            <a:noFill/>
          </a:ln>
        </p:spPr>
      </p:pic>
      <p:pic>
        <p:nvPicPr>
          <p:cNvPr id="70" name="Google Shape;70;p3"/>
          <p:cNvPicPr preferRelativeResize="0"/>
          <p:nvPr/>
        </p:nvPicPr>
        <p:blipFill>
          <a:blip r:embed="rId9">
            <a:alphaModFix/>
          </a:blip>
          <a:stretch>
            <a:fillRect/>
          </a:stretch>
        </p:blipFill>
        <p:spPr>
          <a:xfrm>
            <a:off x="4825924" y="25021325"/>
            <a:ext cx="5901725" cy="3874549"/>
          </a:xfrm>
          <a:prstGeom prst="rect">
            <a:avLst/>
          </a:prstGeom>
          <a:noFill/>
          <a:ln>
            <a:noFill/>
          </a:ln>
        </p:spPr>
      </p:pic>
      <p:pic>
        <p:nvPicPr>
          <p:cNvPr id="71" name="Google Shape;71;p3"/>
          <p:cNvPicPr preferRelativeResize="0"/>
          <p:nvPr/>
        </p:nvPicPr>
        <p:blipFill>
          <a:blip r:embed="rId10">
            <a:alphaModFix/>
          </a:blip>
          <a:stretch>
            <a:fillRect/>
          </a:stretch>
        </p:blipFill>
        <p:spPr>
          <a:xfrm>
            <a:off x="22280875" y="10613450"/>
            <a:ext cx="10287001" cy="3391075"/>
          </a:xfrm>
          <a:prstGeom prst="rect">
            <a:avLst/>
          </a:prstGeom>
          <a:noFill/>
          <a:ln>
            <a:noFill/>
          </a:ln>
        </p:spPr>
      </p:pic>
      <p:pic>
        <p:nvPicPr>
          <p:cNvPr id="72" name="Google Shape;72;p3"/>
          <p:cNvPicPr preferRelativeResize="0"/>
          <p:nvPr/>
        </p:nvPicPr>
        <p:blipFill rotWithShape="1">
          <a:blip r:embed="rId11">
            <a:alphaModFix/>
          </a:blip>
          <a:srcRect b="9674" l="0" r="0" t="0"/>
          <a:stretch/>
        </p:blipFill>
        <p:spPr>
          <a:xfrm>
            <a:off x="16850" y="19362750"/>
            <a:ext cx="4622751" cy="3980100"/>
          </a:xfrm>
          <a:prstGeom prst="rect">
            <a:avLst/>
          </a:prstGeom>
          <a:noFill/>
          <a:ln>
            <a:noFill/>
          </a:ln>
        </p:spPr>
      </p:pic>
      <p:sp>
        <p:nvSpPr>
          <p:cNvPr id="73" name="Google Shape;73;p3"/>
          <p:cNvSpPr txBox="1"/>
          <p:nvPr>
            <p:ph idx="17" type="body"/>
          </p:nvPr>
        </p:nvSpPr>
        <p:spPr>
          <a:xfrm>
            <a:off x="7625" y="23201590"/>
            <a:ext cx="10798800" cy="2001000"/>
          </a:xfrm>
          <a:prstGeom prst="rect">
            <a:avLst/>
          </a:prstGeom>
          <a:noFill/>
          <a:ln>
            <a:noFill/>
          </a:ln>
        </p:spPr>
        <p:txBody>
          <a:bodyPr anchorCtr="0" anchor="t" bIns="228575" lIns="228575" spcFirstLastPara="1" rIns="228575" wrap="square" tIns="228575">
            <a:spAutoFit/>
          </a:bodyPr>
          <a:lstStyle/>
          <a:p>
            <a:pPr indent="0" lvl="0" marL="0" rtl="0" algn="l">
              <a:spcBef>
                <a:spcPts val="0"/>
              </a:spcBef>
              <a:spcAft>
                <a:spcPts val="0"/>
              </a:spcAft>
              <a:buClr>
                <a:schemeClr val="dk1"/>
              </a:buClr>
              <a:buSzPts val="1100"/>
              <a:buFont typeface="Arial"/>
              <a:buNone/>
            </a:pPr>
            <a:r>
              <a:rPr lang="en-US"/>
              <a:t>To simplify modeling, we grouped the </a:t>
            </a:r>
            <a:r>
              <a:rPr b="1" lang="en-US"/>
              <a:t>200+ crop into 5 types</a:t>
            </a:r>
            <a:r>
              <a:rPr lang="en-US"/>
              <a:t>: Corn, Soybeans, Alfalfa, Hay/Grass, others; and 3 rotational strategies: Rotation, Mixed, Continuous. The data are balanced on the polygon level, which </a:t>
            </a:r>
            <a:r>
              <a:rPr b="1" lang="en-US"/>
              <a:t>solved the imbalance issue</a:t>
            </a:r>
            <a:r>
              <a:rPr lang="en-US"/>
              <a:t> on acreage level.</a:t>
            </a:r>
            <a:endParaRPr/>
          </a:p>
        </p:txBody>
      </p:sp>
      <p:sp>
        <p:nvSpPr>
          <p:cNvPr id="74" name="Google Shape;74;p3"/>
          <p:cNvSpPr txBox="1"/>
          <p:nvPr>
            <p:ph idx="17" type="body"/>
          </p:nvPr>
        </p:nvSpPr>
        <p:spPr>
          <a:xfrm>
            <a:off x="-45950" y="28807675"/>
            <a:ext cx="10852500" cy="1231200"/>
          </a:xfrm>
          <a:prstGeom prst="rect">
            <a:avLst/>
          </a:prstGeom>
          <a:noFill/>
          <a:ln>
            <a:noFill/>
          </a:ln>
        </p:spPr>
        <p:txBody>
          <a:bodyPr anchorCtr="0" anchor="t" bIns="228575" lIns="228575" spcFirstLastPara="1" rIns="228575" wrap="square" tIns="228575">
            <a:spAutoFit/>
          </a:bodyPr>
          <a:lstStyle/>
          <a:p>
            <a:pPr indent="0" lvl="0" marL="0" rtl="0" algn="l">
              <a:spcBef>
                <a:spcPts val="0"/>
              </a:spcBef>
              <a:spcAft>
                <a:spcPts val="0"/>
              </a:spcAft>
              <a:buClr>
                <a:schemeClr val="dk1"/>
              </a:buClr>
              <a:buSzPts val="1100"/>
              <a:buFont typeface="Arial"/>
              <a:buNone/>
            </a:pPr>
            <a:r>
              <a:rPr lang="en-US"/>
              <a:t>Data</a:t>
            </a:r>
            <a:r>
              <a:rPr lang="en-US"/>
              <a:t> exhibited forecastability in spatial clustering </a:t>
            </a:r>
            <a:r>
              <a:rPr b="1" lang="en-US"/>
              <a:t>(Longitude &amp; Latitude )</a:t>
            </a:r>
            <a:r>
              <a:rPr lang="en-US"/>
              <a:t> and stationarity </a:t>
            </a:r>
            <a:r>
              <a:rPr b="1" lang="en-US"/>
              <a:t>(Autocorrelation)</a:t>
            </a:r>
            <a:r>
              <a:rPr lang="en-US"/>
              <a:t>.</a:t>
            </a:r>
            <a:endParaRPr/>
          </a:p>
        </p:txBody>
      </p:sp>
      <p:pic>
        <p:nvPicPr>
          <p:cNvPr id="75" name="Google Shape;75;p3" title="cornell_logo_simple_white.png"/>
          <p:cNvPicPr preferRelativeResize="0"/>
          <p:nvPr/>
        </p:nvPicPr>
        <p:blipFill>
          <a:blip r:embed="rId12">
            <a:alphaModFix/>
          </a:blip>
          <a:stretch>
            <a:fillRect/>
          </a:stretch>
        </p:blipFill>
        <p:spPr>
          <a:xfrm>
            <a:off x="333313" y="144479"/>
            <a:ext cx="7850670" cy="2001000"/>
          </a:xfrm>
          <a:prstGeom prst="rect">
            <a:avLst/>
          </a:prstGeom>
          <a:noFill/>
          <a:ln>
            <a:noFill/>
          </a:ln>
        </p:spPr>
      </p:pic>
      <p:pic>
        <p:nvPicPr>
          <p:cNvPr id="76" name="Google Shape;76;p3"/>
          <p:cNvPicPr preferRelativeResize="0"/>
          <p:nvPr/>
        </p:nvPicPr>
        <p:blipFill>
          <a:blip r:embed="rId13">
            <a:alphaModFix/>
          </a:blip>
          <a:stretch>
            <a:fillRect/>
          </a:stretch>
        </p:blipFill>
        <p:spPr>
          <a:xfrm>
            <a:off x="11408600" y="9610017"/>
            <a:ext cx="5223001" cy="3999184"/>
          </a:xfrm>
          <a:prstGeom prst="rect">
            <a:avLst/>
          </a:prstGeom>
          <a:noFill/>
          <a:ln>
            <a:noFill/>
          </a:ln>
        </p:spPr>
      </p:pic>
      <p:pic>
        <p:nvPicPr>
          <p:cNvPr id="77" name="Google Shape;77;p3" title="Screenshot 2026-04-29 at 22.09.43.png"/>
          <p:cNvPicPr preferRelativeResize="0"/>
          <p:nvPr/>
        </p:nvPicPr>
        <p:blipFill rotWithShape="1">
          <a:blip r:embed="rId14">
            <a:alphaModFix/>
          </a:blip>
          <a:srcRect b="16798" l="0" r="34379" t="0"/>
          <a:stretch/>
        </p:blipFill>
        <p:spPr>
          <a:xfrm>
            <a:off x="22267975" y="13964586"/>
            <a:ext cx="5159725" cy="5440951"/>
          </a:xfrm>
          <a:prstGeom prst="rect">
            <a:avLst/>
          </a:prstGeom>
          <a:noFill/>
          <a:ln>
            <a:noFill/>
          </a:ln>
        </p:spPr>
      </p:pic>
      <p:pic>
        <p:nvPicPr>
          <p:cNvPr id="78" name="Google Shape;78;p3"/>
          <p:cNvPicPr preferRelativeResize="0"/>
          <p:nvPr/>
        </p:nvPicPr>
        <p:blipFill>
          <a:blip r:embed="rId15">
            <a:alphaModFix/>
          </a:blip>
          <a:stretch>
            <a:fillRect/>
          </a:stretch>
        </p:blipFill>
        <p:spPr>
          <a:xfrm>
            <a:off x="22296850" y="6705575"/>
            <a:ext cx="5103750" cy="3907875"/>
          </a:xfrm>
          <a:prstGeom prst="rect">
            <a:avLst/>
          </a:prstGeom>
          <a:noFill/>
          <a:ln>
            <a:noFill/>
          </a:ln>
        </p:spPr>
      </p:pic>
      <p:sp>
        <p:nvSpPr>
          <p:cNvPr id="79" name="Google Shape;79;p3"/>
          <p:cNvSpPr txBox="1"/>
          <p:nvPr>
            <p:ph idx="6" type="body"/>
          </p:nvPr>
        </p:nvSpPr>
        <p:spPr>
          <a:xfrm>
            <a:off x="22267963" y="23401967"/>
            <a:ext cx="10361100" cy="846600"/>
          </a:xfrm>
          <a:prstGeom prst="rect">
            <a:avLst/>
          </a:prstGeom>
          <a:noFill/>
          <a:ln>
            <a:noFill/>
          </a:ln>
        </p:spPr>
        <p:txBody>
          <a:bodyPr anchorCtr="0" anchor="t" bIns="228575" lIns="228575" spcFirstLastPara="1" rIns="228575" wrap="square" tIns="228575">
            <a:spAutoFit/>
          </a:bodyPr>
          <a:lstStyle/>
          <a:p>
            <a:pPr indent="0" lvl="0" marL="0" rtl="0" algn="l">
              <a:spcBef>
                <a:spcPts val="0"/>
              </a:spcBef>
              <a:spcAft>
                <a:spcPts val="0"/>
              </a:spcAft>
              <a:buClr>
                <a:srgbClr val="1F3864"/>
              </a:buClr>
              <a:buSzPts val="2500"/>
              <a:buNone/>
            </a:pPr>
            <a:r>
              <a:rPr lang="en-US" u="sng"/>
              <a:t>Random Forest:  high predictive accuracy &amp; low uncertainty</a:t>
            </a:r>
            <a:endParaRPr u="sng"/>
          </a:p>
        </p:txBody>
      </p:sp>
      <p:sp>
        <p:nvSpPr>
          <p:cNvPr id="80" name="Google Shape;80;p3"/>
          <p:cNvSpPr txBox="1"/>
          <p:nvPr/>
        </p:nvSpPr>
        <p:spPr>
          <a:xfrm>
            <a:off x="27755850" y="24136400"/>
            <a:ext cx="4748700" cy="12312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en-US" sz="2400">
                <a:solidFill>
                  <a:srgbClr val="1F3864"/>
                </a:solidFill>
                <a:latin typeface="Century Gothic"/>
                <a:ea typeface="Century Gothic"/>
                <a:cs typeface="Century Gothic"/>
                <a:sym typeface="Century Gothic"/>
              </a:rPr>
              <a:t>The top models achieve test R-squared </a:t>
            </a:r>
            <a:r>
              <a:rPr b="1" lang="en-US" sz="2400">
                <a:solidFill>
                  <a:srgbClr val="1F3864"/>
                </a:solidFill>
                <a:latin typeface="Century Gothic"/>
                <a:ea typeface="Century Gothic"/>
                <a:cs typeface="Century Gothic"/>
                <a:sym typeface="Century Gothic"/>
              </a:rPr>
              <a:t>between 0.82 and 0.98</a:t>
            </a:r>
            <a:r>
              <a:rPr lang="en-US" sz="2400">
                <a:solidFill>
                  <a:srgbClr val="1F3864"/>
                </a:solidFill>
                <a:latin typeface="Century Gothic"/>
                <a:ea typeface="Century Gothic"/>
                <a:cs typeface="Century Gothic"/>
                <a:sym typeface="Century Gothic"/>
              </a:rPr>
              <a:t>; The full residual histogram </a:t>
            </a:r>
            <a:r>
              <a:rPr lang="en-US" sz="2400">
                <a:solidFill>
                  <a:srgbClr val="1F3864"/>
                </a:solidFill>
                <a:latin typeface="Century Gothic"/>
                <a:ea typeface="Century Gothic"/>
                <a:cs typeface="Century Gothic"/>
                <a:sym typeface="Century Gothic"/>
              </a:rPr>
              <a:t>appears</a:t>
            </a:r>
            <a:r>
              <a:rPr lang="en-US" sz="2400">
                <a:solidFill>
                  <a:srgbClr val="1F3864"/>
                </a:solidFill>
                <a:latin typeface="Century Gothic"/>
                <a:ea typeface="Century Gothic"/>
                <a:cs typeface="Century Gothic"/>
                <a:sym typeface="Century Gothic"/>
              </a:rPr>
              <a:t> nearly symmetric, zooming to </a:t>
            </a:r>
            <a:r>
              <a:rPr lang="en-US" sz="1100">
                <a:solidFill>
                  <a:srgbClr val="1F3864"/>
                </a:solidFill>
                <a:latin typeface="Century Gothic"/>
                <a:ea typeface="Century Gothic"/>
                <a:cs typeface="Century Gothic"/>
                <a:sym typeface="Century Gothic"/>
              </a:rPr>
              <a:t> </a:t>
            </a:r>
            <a:r>
              <a:rPr lang="en-US" sz="2400">
                <a:solidFill>
                  <a:srgbClr val="1F3864"/>
                </a:solidFill>
                <a:latin typeface="Century Gothic"/>
                <a:ea typeface="Century Gothic"/>
                <a:cs typeface="Century Gothic"/>
                <a:sym typeface="Century Gothic"/>
              </a:rPr>
              <a:t>±0.5 exposes a peak left of zero, indicating slight over-prediction systematically.</a:t>
            </a:r>
            <a:endParaRPr b="1" sz="2400">
              <a:solidFill>
                <a:srgbClr val="1F3864"/>
              </a:solidFill>
              <a:latin typeface="Century Gothic"/>
              <a:ea typeface="Century Gothic"/>
              <a:cs typeface="Century Gothic"/>
              <a:sym typeface="Century Gothic"/>
            </a:endParaRPr>
          </a:p>
        </p:txBody>
      </p:sp>
      <p:sp>
        <p:nvSpPr>
          <p:cNvPr id="81" name="Google Shape;81;p3"/>
          <p:cNvSpPr txBox="1"/>
          <p:nvPr>
            <p:ph idx="6" type="body"/>
          </p:nvPr>
        </p:nvSpPr>
        <p:spPr>
          <a:xfrm>
            <a:off x="27278250" y="6420705"/>
            <a:ext cx="5443800" cy="4386900"/>
          </a:xfrm>
          <a:prstGeom prst="rect">
            <a:avLst/>
          </a:prstGeom>
          <a:noFill/>
          <a:ln>
            <a:noFill/>
          </a:ln>
        </p:spPr>
        <p:txBody>
          <a:bodyPr anchorCtr="0" anchor="t" bIns="228575" lIns="228575" spcFirstLastPara="1" rIns="228575" wrap="square" tIns="228575">
            <a:spAutoFit/>
          </a:bodyPr>
          <a:lstStyle/>
          <a:p>
            <a:pPr indent="-387350" lvl="0" marL="457200" rtl="0" algn="l">
              <a:lnSpc>
                <a:spcPct val="115000"/>
              </a:lnSpc>
              <a:spcBef>
                <a:spcPts val="0"/>
              </a:spcBef>
              <a:spcAft>
                <a:spcPts val="0"/>
              </a:spcAft>
              <a:buSzPts val="2500"/>
              <a:buAutoNum type="arabicPeriod"/>
            </a:pPr>
            <a:r>
              <a:rPr lang="en-US"/>
              <a:t>Continuous: recall (~93.03% vs ~95.57%); F1 (~96.12% vs ~95.92%)</a:t>
            </a:r>
            <a:endParaRPr/>
          </a:p>
          <a:p>
            <a:pPr indent="-387350" lvl="0" marL="457200" rtl="0" algn="l">
              <a:lnSpc>
                <a:spcPct val="115000"/>
              </a:lnSpc>
              <a:spcBef>
                <a:spcPts val="0"/>
              </a:spcBef>
              <a:spcAft>
                <a:spcPts val="0"/>
              </a:spcAft>
              <a:buSzPts val="2500"/>
              <a:buAutoNum type="arabicPeriod"/>
            </a:pPr>
            <a:r>
              <a:rPr lang="en-US"/>
              <a:t>Rotation: recall (~91.33% vs ~80.74%); F1 (~80.41% vs ~76.90%)</a:t>
            </a:r>
            <a:endParaRPr/>
          </a:p>
          <a:p>
            <a:pPr indent="-387350" lvl="0" marL="457200" rtl="0" algn="l">
              <a:lnSpc>
                <a:spcPct val="115000"/>
              </a:lnSpc>
              <a:spcBef>
                <a:spcPts val="0"/>
              </a:spcBef>
              <a:spcAft>
                <a:spcPts val="0"/>
              </a:spcAft>
              <a:buSzPts val="2500"/>
              <a:buAutoNum type="arabicPeriod"/>
            </a:pPr>
            <a:r>
              <a:rPr lang="en-US"/>
              <a:t>Complex/Mixed: recall (~75.51% vs ~77.74%); F1 (~82.52% vs ~81.12%)</a:t>
            </a:r>
            <a:endParaRPr/>
          </a:p>
        </p:txBody>
      </p:sp>
      <p:sp>
        <p:nvSpPr>
          <p:cNvPr id="82" name="Google Shape;82;p3"/>
          <p:cNvSpPr txBox="1"/>
          <p:nvPr>
            <p:ph idx="6" type="body"/>
          </p:nvPr>
        </p:nvSpPr>
        <p:spPr>
          <a:xfrm>
            <a:off x="27263975" y="13892767"/>
            <a:ext cx="5443800" cy="3059100"/>
          </a:xfrm>
          <a:prstGeom prst="rect">
            <a:avLst/>
          </a:prstGeom>
          <a:noFill/>
          <a:ln>
            <a:noFill/>
          </a:ln>
        </p:spPr>
        <p:txBody>
          <a:bodyPr anchorCtr="0" anchor="t" bIns="228575" lIns="228575" spcFirstLastPara="1" rIns="228575" wrap="square" tIns="228575">
            <a:spAutoFit/>
          </a:bodyPr>
          <a:lstStyle/>
          <a:p>
            <a:pPr indent="0" lvl="0" marL="0" rtl="0" algn="l">
              <a:lnSpc>
                <a:spcPct val="115000"/>
              </a:lnSpc>
              <a:spcBef>
                <a:spcPts val="0"/>
              </a:spcBef>
              <a:spcAft>
                <a:spcPts val="0"/>
              </a:spcAft>
              <a:buNone/>
            </a:pPr>
            <a:r>
              <a:rPr lang="en-US" u="sng"/>
              <a:t>(Macro Summary Metric)</a:t>
            </a:r>
            <a:endParaRPr u="sng"/>
          </a:p>
          <a:p>
            <a:pPr indent="-387350" lvl="0" marL="457200" rtl="0" algn="l">
              <a:lnSpc>
                <a:spcPct val="115000"/>
              </a:lnSpc>
              <a:spcBef>
                <a:spcPts val="0"/>
              </a:spcBef>
              <a:spcAft>
                <a:spcPts val="0"/>
              </a:spcAft>
              <a:buSzPts val="2500"/>
              <a:buChar char="-"/>
            </a:pPr>
            <a:r>
              <a:rPr lang="en-US"/>
              <a:t>accuracy (87.0% vs 85.7%)</a:t>
            </a:r>
            <a:endParaRPr/>
          </a:p>
          <a:p>
            <a:pPr indent="-387350" lvl="0" marL="457200" rtl="0" algn="l">
              <a:lnSpc>
                <a:spcPct val="115000"/>
              </a:lnSpc>
              <a:spcBef>
                <a:spcPts val="0"/>
              </a:spcBef>
              <a:spcAft>
                <a:spcPts val="0"/>
              </a:spcAft>
              <a:buSzPts val="2500"/>
              <a:buChar char="-"/>
            </a:pPr>
            <a:r>
              <a:rPr lang="en-US"/>
              <a:t>precision (87.40% vs 84.82%)</a:t>
            </a:r>
            <a:endParaRPr/>
          </a:p>
          <a:p>
            <a:pPr indent="-387350" lvl="0" marL="457200" rtl="0" algn="l">
              <a:lnSpc>
                <a:spcPct val="115000"/>
              </a:lnSpc>
              <a:spcBef>
                <a:spcPts val="0"/>
              </a:spcBef>
              <a:spcAft>
                <a:spcPts val="0"/>
              </a:spcAft>
              <a:buSzPts val="2500"/>
              <a:buChar char="-"/>
            </a:pPr>
            <a:r>
              <a:rPr lang="en-US"/>
              <a:t>recall (86.62% vs 84.68%)</a:t>
            </a:r>
            <a:endParaRPr/>
          </a:p>
          <a:p>
            <a:pPr indent="-387350" lvl="0" marL="457200" rtl="0" algn="l">
              <a:lnSpc>
                <a:spcPct val="115000"/>
              </a:lnSpc>
              <a:spcBef>
                <a:spcPts val="0"/>
              </a:spcBef>
              <a:spcAft>
                <a:spcPts val="0"/>
              </a:spcAft>
              <a:buSzPts val="2500"/>
              <a:buChar char="-"/>
            </a:pPr>
            <a:r>
              <a:rPr lang="en-US"/>
              <a:t>F1 (86.35% vs 84.64%)</a:t>
            </a:r>
            <a:endParaRPr/>
          </a:p>
          <a:p>
            <a:pPr indent="-387350" lvl="0" marL="457200" rtl="0" algn="l">
              <a:lnSpc>
                <a:spcPct val="115000"/>
              </a:lnSpc>
              <a:spcBef>
                <a:spcPts val="0"/>
              </a:spcBef>
              <a:spcAft>
                <a:spcPts val="0"/>
              </a:spcAft>
              <a:buSzPts val="2500"/>
              <a:buChar char="-"/>
            </a:pPr>
            <a:r>
              <a:rPr lang="en-US"/>
              <a:t>ROC AUC (96.87% vs 94.99%)</a:t>
            </a:r>
            <a:endParaRPr/>
          </a:p>
        </p:txBody>
      </p:sp>
      <p:sp>
        <p:nvSpPr>
          <p:cNvPr id="83" name="Google Shape;83;p3"/>
          <p:cNvSpPr txBox="1"/>
          <p:nvPr/>
        </p:nvSpPr>
        <p:spPr>
          <a:xfrm>
            <a:off x="84706" y="29937397"/>
            <a:ext cx="10798800" cy="2256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sz="2500">
                <a:latin typeface="Century Gothic"/>
                <a:ea typeface="Century Gothic"/>
                <a:cs typeface="Century Gothic"/>
                <a:sym typeface="Century Gothic"/>
              </a:rPr>
              <a:t>The </a:t>
            </a:r>
            <a:r>
              <a:rPr lang="en-US" sz="2500">
                <a:solidFill>
                  <a:srgbClr val="1F3864"/>
                </a:solidFill>
                <a:latin typeface="Century Gothic"/>
                <a:ea typeface="Century Gothic"/>
                <a:cs typeface="Century Gothic"/>
                <a:sym typeface="Century Gothic"/>
              </a:rPr>
              <a:t>soil variables we used are </a:t>
            </a:r>
            <a:r>
              <a:rPr b="1" lang="en-US" sz="2500">
                <a:solidFill>
                  <a:srgbClr val="1F3864"/>
                </a:solidFill>
                <a:latin typeface="Century Gothic"/>
                <a:ea typeface="Century Gothic"/>
                <a:cs typeface="Century Gothic"/>
                <a:sym typeface="Century Gothic"/>
              </a:rPr>
              <a:t>average land slope</a:t>
            </a:r>
            <a:r>
              <a:rPr lang="en-US" sz="2500">
                <a:solidFill>
                  <a:srgbClr val="1F3864"/>
                </a:solidFill>
                <a:latin typeface="Century Gothic"/>
                <a:ea typeface="Century Gothic"/>
                <a:cs typeface="Century Gothic"/>
                <a:sym typeface="Century Gothic"/>
              </a:rPr>
              <a:t>, the minimum depth to bedrock, the annual minimum depth to the water table, the minimum water table depth from April to June ,  ponding frequency and  available water storage in the upper 50 cm and 100 cm of soil. These soil variables were </a:t>
            </a:r>
            <a:r>
              <a:rPr b="1" lang="en-US" sz="2500">
                <a:solidFill>
                  <a:srgbClr val="1F3864"/>
                </a:solidFill>
                <a:latin typeface="Century Gothic"/>
                <a:ea typeface="Century Gothic"/>
                <a:cs typeface="Century Gothic"/>
                <a:sym typeface="Century Gothic"/>
              </a:rPr>
              <a:t>standardized using scaling</a:t>
            </a:r>
            <a:r>
              <a:rPr lang="en-US" sz="2500">
                <a:solidFill>
                  <a:srgbClr val="1F3864"/>
                </a:solidFill>
                <a:latin typeface="Century Gothic"/>
                <a:ea typeface="Century Gothic"/>
                <a:cs typeface="Century Gothic"/>
                <a:sym typeface="Century Gothic"/>
              </a:rPr>
              <a:t>. </a:t>
            </a:r>
            <a:endParaRPr sz="2400">
              <a:solidFill>
                <a:srgbClr val="1F3864"/>
              </a:solidFill>
              <a:latin typeface="Century Gothic"/>
              <a:ea typeface="Century Gothic"/>
              <a:cs typeface="Century Gothic"/>
              <a:sym typeface="Century Gothic"/>
            </a:endParaRPr>
          </a:p>
        </p:txBody>
      </p:sp>
      <p:pic>
        <p:nvPicPr>
          <p:cNvPr id="84" name="Google Shape;84;p3"/>
          <p:cNvPicPr preferRelativeResize="0"/>
          <p:nvPr/>
        </p:nvPicPr>
        <p:blipFill>
          <a:blip r:embed="rId16">
            <a:alphaModFix/>
          </a:blip>
          <a:stretch>
            <a:fillRect/>
          </a:stretch>
        </p:blipFill>
        <p:spPr>
          <a:xfrm>
            <a:off x="33115475" y="26028048"/>
            <a:ext cx="10798801" cy="3542084"/>
          </a:xfrm>
          <a:prstGeom prst="rect">
            <a:avLst/>
          </a:prstGeom>
          <a:noFill/>
          <a:ln>
            <a:noFill/>
          </a:ln>
        </p:spPr>
      </p:pic>
      <p:sp>
        <p:nvSpPr>
          <p:cNvPr id="85" name="Google Shape;85;p3"/>
          <p:cNvSpPr txBox="1"/>
          <p:nvPr/>
        </p:nvSpPr>
        <p:spPr>
          <a:xfrm>
            <a:off x="38882375" y="29614095"/>
            <a:ext cx="5008800" cy="484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a:latin typeface="Century Gothic"/>
                <a:ea typeface="Century Gothic"/>
                <a:cs typeface="Century Gothic"/>
                <a:sym typeface="Century Gothic"/>
              </a:rPr>
              <a:t>(Deep learning model struggle to learn crop prediction)</a:t>
            </a:r>
            <a:endParaRPr>
              <a:latin typeface="Century Gothic"/>
              <a:ea typeface="Century Gothic"/>
              <a:cs typeface="Century Gothic"/>
              <a:sym typeface="Century Gothic"/>
            </a:endParaRPr>
          </a:p>
        </p:txBody>
      </p:sp>
      <p:pic>
        <p:nvPicPr>
          <p:cNvPr id="86" name="Google Shape;86;p3"/>
          <p:cNvPicPr preferRelativeResize="0"/>
          <p:nvPr/>
        </p:nvPicPr>
        <p:blipFill>
          <a:blip r:embed="rId17">
            <a:alphaModFix/>
          </a:blip>
          <a:stretch>
            <a:fillRect/>
          </a:stretch>
        </p:blipFill>
        <p:spPr>
          <a:xfrm>
            <a:off x="11503775" y="27932075"/>
            <a:ext cx="6752476" cy="3921050"/>
          </a:xfrm>
          <a:prstGeom prst="rect">
            <a:avLst/>
          </a:prstGeom>
          <a:noFill/>
          <a:ln>
            <a:noFill/>
          </a:ln>
        </p:spPr>
      </p:pic>
      <p:sp>
        <p:nvSpPr>
          <p:cNvPr id="87" name="Google Shape;87;p3"/>
          <p:cNvSpPr txBox="1"/>
          <p:nvPr/>
        </p:nvSpPr>
        <p:spPr>
          <a:xfrm>
            <a:off x="18433675" y="28014700"/>
            <a:ext cx="23289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a:p>
        </p:txBody>
      </p:sp>
      <p:sp>
        <p:nvSpPr>
          <p:cNvPr id="88" name="Google Shape;88;p3"/>
          <p:cNvSpPr txBox="1"/>
          <p:nvPr/>
        </p:nvSpPr>
        <p:spPr>
          <a:xfrm>
            <a:off x="18433676" y="27932100"/>
            <a:ext cx="2925600" cy="3921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sz="2400">
                <a:solidFill>
                  <a:srgbClr val="1F3864"/>
                </a:solidFill>
              </a:rPr>
              <a:t>RF residuals are randomly scattered (pooled R² = 0.87), confirming the flexible model removes this structure — though a slight </a:t>
            </a:r>
            <a:r>
              <a:rPr b="1" lang="en-US" sz="2400">
                <a:solidFill>
                  <a:srgbClr val="1F3864"/>
                </a:solidFill>
              </a:rPr>
              <a:t>negative bias</a:t>
            </a:r>
            <a:r>
              <a:rPr lang="en-US" sz="2400">
                <a:solidFill>
                  <a:srgbClr val="1F3864"/>
                </a:solidFill>
              </a:rPr>
              <a:t> (mean ≈ −0.07) persists.</a:t>
            </a:r>
            <a:endParaRPr sz="2700">
              <a:solidFill>
                <a:srgbClr val="1F3864"/>
              </a:solidFill>
            </a:endParaRPr>
          </a:p>
        </p:txBody>
      </p:sp>
      <p:pic>
        <p:nvPicPr>
          <p:cNvPr id="89" name="Google Shape;89;p3"/>
          <p:cNvPicPr preferRelativeResize="0"/>
          <p:nvPr/>
        </p:nvPicPr>
        <p:blipFill>
          <a:blip r:embed="rId18">
            <a:alphaModFix/>
          </a:blip>
          <a:stretch>
            <a:fillRect/>
          </a:stretch>
        </p:blipFill>
        <p:spPr>
          <a:xfrm>
            <a:off x="22272750" y="27990400"/>
            <a:ext cx="5223000" cy="4084200"/>
          </a:xfrm>
          <a:prstGeom prst="rect">
            <a:avLst/>
          </a:prstGeom>
          <a:noFill/>
          <a:ln>
            <a:noFill/>
          </a:ln>
        </p:spPr>
      </p:pic>
      <p:pic>
        <p:nvPicPr>
          <p:cNvPr id="90" name="Google Shape;90;p3"/>
          <p:cNvPicPr preferRelativeResize="0"/>
          <p:nvPr/>
        </p:nvPicPr>
        <p:blipFill>
          <a:blip r:embed="rId19">
            <a:alphaModFix/>
          </a:blip>
          <a:stretch>
            <a:fillRect/>
          </a:stretch>
        </p:blipFill>
        <p:spPr>
          <a:xfrm>
            <a:off x="22267975" y="24083525"/>
            <a:ext cx="5443851" cy="3906875"/>
          </a:xfrm>
          <a:prstGeom prst="rect">
            <a:avLst/>
          </a:prstGeom>
          <a:noFill/>
          <a:ln>
            <a:noFill/>
          </a:ln>
        </p:spPr>
      </p:pic>
      <p:pic>
        <p:nvPicPr>
          <p:cNvPr id="91" name="Google Shape;91;p3"/>
          <p:cNvPicPr preferRelativeResize="0"/>
          <p:nvPr/>
        </p:nvPicPr>
        <p:blipFill>
          <a:blip r:embed="rId20">
            <a:alphaModFix/>
          </a:blip>
          <a:stretch>
            <a:fillRect/>
          </a:stretch>
        </p:blipFill>
        <p:spPr>
          <a:xfrm>
            <a:off x="22274558" y="20756295"/>
            <a:ext cx="5157554" cy="2842746"/>
          </a:xfrm>
          <a:prstGeom prst="rect">
            <a:avLst/>
          </a:prstGeom>
          <a:noFill/>
          <a:ln>
            <a:noFill/>
          </a:ln>
        </p:spPr>
      </p:pic>
      <p:pic>
        <p:nvPicPr>
          <p:cNvPr id="92" name="Google Shape;92;p3"/>
          <p:cNvPicPr preferRelativeResize="0"/>
          <p:nvPr/>
        </p:nvPicPr>
        <p:blipFill>
          <a:blip r:embed="rId21">
            <a:alphaModFix/>
          </a:blip>
          <a:stretch>
            <a:fillRect/>
          </a:stretch>
        </p:blipFill>
        <p:spPr>
          <a:xfrm>
            <a:off x="27374307" y="20756299"/>
            <a:ext cx="5157551" cy="2842745"/>
          </a:xfrm>
          <a:prstGeom prst="rect">
            <a:avLst/>
          </a:prstGeom>
          <a:noFill/>
          <a:ln>
            <a:noFill/>
          </a:ln>
        </p:spPr>
      </p:pic>
      <p:sp>
        <p:nvSpPr>
          <p:cNvPr id="93" name="Google Shape;93;p3"/>
          <p:cNvSpPr txBox="1"/>
          <p:nvPr>
            <p:ph idx="6" type="body"/>
          </p:nvPr>
        </p:nvSpPr>
        <p:spPr>
          <a:xfrm>
            <a:off x="16631600" y="9360550"/>
            <a:ext cx="5103900" cy="4386900"/>
          </a:xfrm>
          <a:prstGeom prst="rect">
            <a:avLst/>
          </a:prstGeom>
          <a:noFill/>
          <a:ln>
            <a:noFill/>
          </a:ln>
        </p:spPr>
        <p:txBody>
          <a:bodyPr anchorCtr="0" anchor="t" bIns="228575" lIns="228575" spcFirstLastPara="1" rIns="228575" wrap="square" tIns="228575">
            <a:spAutoFit/>
          </a:bodyPr>
          <a:lstStyle/>
          <a:p>
            <a:pPr indent="0" lvl="0" marL="0" rtl="0" algn="l">
              <a:lnSpc>
                <a:spcPct val="115000"/>
              </a:lnSpc>
              <a:spcBef>
                <a:spcPts val="0"/>
              </a:spcBef>
              <a:spcAft>
                <a:spcPts val="0"/>
              </a:spcAft>
              <a:buNone/>
            </a:pPr>
            <a:r>
              <a:rPr lang="en-US"/>
              <a:t>Iterations: 100; LN</a:t>
            </a:r>
            <a:r>
              <a:rPr lang="en-US"/>
              <a:t> rate: 0.01</a:t>
            </a:r>
            <a:endParaRPr/>
          </a:p>
          <a:p>
            <a:pPr indent="0" lvl="0" marL="0" rtl="0" algn="l">
              <a:lnSpc>
                <a:spcPct val="115000"/>
              </a:lnSpc>
              <a:spcBef>
                <a:spcPts val="0"/>
              </a:spcBef>
              <a:spcAft>
                <a:spcPts val="0"/>
              </a:spcAft>
              <a:buNone/>
            </a:pPr>
            <a:r>
              <a:rPr lang="en-US"/>
              <a:t>Max Depth: 4</a:t>
            </a:r>
            <a:endParaRPr/>
          </a:p>
          <a:p>
            <a:pPr indent="0" lvl="0" marL="0" rtl="0" algn="l">
              <a:lnSpc>
                <a:spcPct val="115000"/>
              </a:lnSpc>
              <a:spcBef>
                <a:spcPts val="0"/>
              </a:spcBef>
              <a:spcAft>
                <a:spcPts val="0"/>
              </a:spcAft>
              <a:buNone/>
            </a:pPr>
            <a:r>
              <a:rPr lang="en-US"/>
              <a:t>Out: </a:t>
            </a:r>
            <a:r>
              <a:rPr lang="en-US"/>
              <a:t>pred.</a:t>
            </a:r>
            <a:r>
              <a:rPr lang="en-US"/>
              <a:t> prob. (softmax)</a:t>
            </a:r>
            <a:endParaRPr/>
          </a:p>
          <a:p>
            <a:pPr indent="0" lvl="0" marL="0" rtl="0" algn="l">
              <a:lnSpc>
                <a:spcPct val="115000"/>
              </a:lnSpc>
              <a:spcBef>
                <a:spcPts val="0"/>
              </a:spcBef>
              <a:spcAft>
                <a:spcPts val="0"/>
              </a:spcAft>
              <a:buNone/>
            </a:pPr>
            <a:r>
              <a:rPr lang="en-US"/>
              <a:t>Most important Feature: </a:t>
            </a:r>
            <a:r>
              <a:rPr b="1" lang="en-US"/>
              <a:t>lagged strategy</a:t>
            </a:r>
            <a:r>
              <a:rPr lang="en-US"/>
              <a:t> &amp; </a:t>
            </a:r>
            <a:r>
              <a:rPr b="1" lang="en-US"/>
              <a:t>spatial label</a:t>
            </a:r>
            <a:r>
              <a:rPr lang="en-US"/>
              <a:t> </a:t>
            </a:r>
            <a:r>
              <a:rPr lang="en-US"/>
              <a:t>(by observing prediction values change)</a:t>
            </a:r>
            <a:endParaRPr/>
          </a:p>
          <a:p>
            <a:pPr indent="0" lvl="0" marL="0" rtl="0" algn="l">
              <a:lnSpc>
                <a:spcPct val="115000"/>
              </a:lnSpc>
              <a:spcBef>
                <a:spcPts val="0"/>
              </a:spcBef>
              <a:spcAft>
                <a:spcPts val="0"/>
              </a:spcAft>
              <a:buNone/>
            </a:pPr>
            <a:r>
              <a:rPr lang="en-US"/>
              <a:t>vs XGBoost: Avoid one-hot coding =&gt; </a:t>
            </a:r>
            <a:r>
              <a:rPr b="1" lang="en-US"/>
              <a:t>memory efficient</a:t>
            </a:r>
            <a:endParaRPr b="1"/>
          </a:p>
        </p:txBody>
      </p:sp>
      <p:sp>
        <p:nvSpPr>
          <p:cNvPr id="94" name="Google Shape;94;p3"/>
          <p:cNvSpPr txBox="1"/>
          <p:nvPr>
            <p:ph idx="6" type="body"/>
          </p:nvPr>
        </p:nvSpPr>
        <p:spPr>
          <a:xfrm>
            <a:off x="22368813" y="19241788"/>
            <a:ext cx="10172700" cy="1731600"/>
          </a:xfrm>
          <a:prstGeom prst="rect">
            <a:avLst/>
          </a:prstGeom>
          <a:noFill/>
          <a:ln>
            <a:noFill/>
          </a:ln>
        </p:spPr>
        <p:txBody>
          <a:bodyPr anchorCtr="0" anchor="t" bIns="228575" lIns="228575" spcFirstLastPara="1" rIns="228575" wrap="square" tIns="228575">
            <a:spAutoFit/>
          </a:bodyPr>
          <a:lstStyle/>
          <a:p>
            <a:pPr indent="0" lvl="0" marL="0" rtl="0" algn="l">
              <a:lnSpc>
                <a:spcPct val="115000"/>
              </a:lnSpc>
              <a:spcBef>
                <a:spcPts val="0"/>
              </a:spcBef>
              <a:spcAft>
                <a:spcPts val="0"/>
              </a:spcAft>
              <a:buNone/>
            </a:pPr>
            <a:r>
              <a:rPr b="1" lang="en-US"/>
              <a:t>Split (classification): 2008-22 training set; 2023-24 validation set</a:t>
            </a:r>
            <a:endParaRPr b="1"/>
          </a:p>
          <a:p>
            <a:pPr indent="0" lvl="0" marL="0" rtl="0" algn="l">
              <a:lnSpc>
                <a:spcPct val="115000"/>
              </a:lnSpc>
              <a:spcBef>
                <a:spcPts val="0"/>
              </a:spcBef>
              <a:spcAft>
                <a:spcPts val="0"/>
              </a:spcAft>
              <a:buNone/>
            </a:pPr>
            <a:r>
              <a:rPr lang="en-US"/>
              <a:t>We noted the LSTM </a:t>
            </a:r>
            <a:r>
              <a:rPr lang="en-US"/>
              <a:t>model struggled to generalize the strategy, the </a:t>
            </a:r>
            <a:r>
              <a:rPr b="1" lang="en-US"/>
              <a:t>validation accuracy is fluctuating around 65% ~ 20%.</a:t>
            </a:r>
            <a:endParaRPr b="1"/>
          </a:p>
        </p:txBody>
      </p:sp>
      <p:sp>
        <p:nvSpPr>
          <p:cNvPr id="95" name="Google Shape;95;p3"/>
          <p:cNvSpPr txBox="1"/>
          <p:nvPr/>
        </p:nvSpPr>
        <p:spPr>
          <a:xfrm>
            <a:off x="11486025" y="7591991"/>
            <a:ext cx="10172700" cy="1731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Clr>
                <a:srgbClr val="1F3864"/>
              </a:buClr>
              <a:buSzPts val="2500"/>
              <a:buFont typeface="Arial"/>
              <a:buNone/>
            </a:pPr>
            <a:r>
              <a:rPr lang="en-US" sz="4500" u="sng">
                <a:solidFill>
                  <a:srgbClr val="1F3864"/>
                </a:solidFill>
                <a:latin typeface="Century Gothic"/>
                <a:ea typeface="Century Gothic"/>
                <a:cs typeface="Century Gothic"/>
                <a:sym typeface="Century Gothic"/>
              </a:rPr>
              <a:t>Planting Strategy Classification</a:t>
            </a:r>
            <a:endParaRPr sz="4500" u="sng">
              <a:solidFill>
                <a:srgbClr val="1F3864"/>
              </a:solidFill>
              <a:latin typeface="Century Gothic"/>
              <a:ea typeface="Century Gothic"/>
              <a:cs typeface="Century Gothic"/>
              <a:sym typeface="Century Gothic"/>
            </a:endParaRPr>
          </a:p>
          <a:p>
            <a:pPr indent="0" lvl="0" marL="0" rtl="0" algn="l">
              <a:spcBef>
                <a:spcPts val="0"/>
              </a:spcBef>
              <a:spcAft>
                <a:spcPts val="0"/>
              </a:spcAft>
              <a:buClr>
                <a:schemeClr val="dk1"/>
              </a:buClr>
              <a:buSzPts val="1100"/>
              <a:buFont typeface="Arial"/>
              <a:buNone/>
            </a:pPr>
            <a:r>
              <a:rPr lang="en-US" sz="2500">
                <a:solidFill>
                  <a:srgbClr val="1F3864"/>
                </a:solidFill>
                <a:latin typeface="Century Gothic"/>
                <a:ea typeface="Century Gothic"/>
                <a:cs typeface="Century Gothic"/>
                <a:sym typeface="Century Gothic"/>
              </a:rPr>
              <a:t>We selected CatBoosting for its robust accuracy (vs KNN) and training efficiency (vs LSTM), the model’s built-in feature importance served as the </a:t>
            </a:r>
            <a:r>
              <a:rPr b="1" lang="en-US" sz="2500">
                <a:solidFill>
                  <a:srgbClr val="1F3864"/>
                </a:solidFill>
                <a:latin typeface="Century Gothic"/>
                <a:ea typeface="Century Gothic"/>
                <a:cs typeface="Century Gothic"/>
                <a:sym typeface="Century Gothic"/>
              </a:rPr>
              <a:t>feature selection for later model. </a:t>
            </a:r>
            <a:endParaRPr b="1"/>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4-column layout">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