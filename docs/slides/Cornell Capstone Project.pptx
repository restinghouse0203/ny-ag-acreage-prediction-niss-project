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75" r:id="rId3"/>
    <p:sldId id="271" r:id="rId4"/>
    <p:sldId id="269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02596-E747-4B52-89F6-523F19EE49FE}" v="48" dt="2026-01-30T15:17:4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ore, Luca (CTR) - REE-NASS" userId="2ab51f0d-38fb-4d10-a3db-4bfab6239004" providerId="ADAL" clId="{4418F0AF-652E-4303-9F4A-61A9AB98F1B4}"/>
    <pc:docChg chg="undo custSel addSld delSld modSld sldOrd">
      <pc:chgData name="Sartore, Luca (CTR) - REE-NASS" userId="2ab51f0d-38fb-4d10-a3db-4bfab6239004" providerId="ADAL" clId="{4418F0AF-652E-4303-9F4A-61A9AB98F1B4}" dt="2026-01-30T15:17:45.287" v="2519" actId="20577"/>
      <pc:docMkLst>
        <pc:docMk/>
      </pc:docMkLst>
      <pc:sldChg chg="addSp modSp mod">
        <pc:chgData name="Sartore, Luca (CTR) - REE-NASS" userId="2ab51f0d-38fb-4d10-a3db-4bfab6239004" providerId="ADAL" clId="{4418F0AF-652E-4303-9F4A-61A9AB98F1B4}" dt="2026-01-29T20:58:53.602" v="2227" actId="20577"/>
        <pc:sldMkLst>
          <pc:docMk/>
          <pc:sldMk cId="1916015772" sldId="269"/>
        </pc:sldMkLst>
        <pc:spChg chg="mod">
          <ac:chgData name="Sartore, Luca (CTR) - REE-NASS" userId="2ab51f0d-38fb-4d10-a3db-4bfab6239004" providerId="ADAL" clId="{4418F0AF-652E-4303-9F4A-61A9AB98F1B4}" dt="2026-01-29T20:58:53.602" v="2227" actId="20577"/>
          <ac:spMkLst>
            <pc:docMk/>
            <pc:sldMk cId="1916015772" sldId="269"/>
            <ac:spMk id="2" creationId="{6D66F012-A63A-493A-8368-9D299F071B02}"/>
          </ac:spMkLst>
        </pc:spChg>
        <pc:spChg chg="mod">
          <ac:chgData name="Sartore, Luca (CTR) - REE-NASS" userId="2ab51f0d-38fb-4d10-a3db-4bfab6239004" providerId="ADAL" clId="{4418F0AF-652E-4303-9F4A-61A9AB98F1B4}" dt="2026-01-29T18:49:16.342" v="2101" actId="555"/>
          <ac:spMkLst>
            <pc:docMk/>
            <pc:sldMk cId="1916015772" sldId="269"/>
            <ac:spMk id="3" creationId="{13CCEAFA-5523-40CE-B8E0-9FF7E4114946}"/>
          </ac:spMkLst>
        </pc:spChg>
        <pc:spChg chg="add mod">
          <ac:chgData name="Sartore, Luca (CTR) - REE-NASS" userId="2ab51f0d-38fb-4d10-a3db-4bfab6239004" providerId="ADAL" clId="{4418F0AF-652E-4303-9F4A-61A9AB98F1B4}" dt="2026-01-29T15:39:23.613" v="589" actId="12789"/>
          <ac:spMkLst>
            <pc:docMk/>
            <pc:sldMk cId="1916015772" sldId="269"/>
            <ac:spMk id="5" creationId="{F2117048-97E8-CC64-4F12-EB20CCD1492A}"/>
          </ac:spMkLst>
        </pc:spChg>
        <pc:spChg chg="mod">
          <ac:chgData name="Sartore, Luca (CTR) - REE-NASS" userId="2ab51f0d-38fb-4d10-a3db-4bfab6239004" providerId="ADAL" clId="{4418F0AF-652E-4303-9F4A-61A9AB98F1B4}" dt="2026-01-29T18:49:16.342" v="2101" actId="555"/>
          <ac:spMkLst>
            <pc:docMk/>
            <pc:sldMk cId="1916015772" sldId="269"/>
            <ac:spMk id="6" creationId="{A527CB0B-4108-40C0-A0CB-8F29A1A7B956}"/>
          </ac:spMkLst>
        </pc:spChg>
        <pc:spChg chg="add mod">
          <ac:chgData name="Sartore, Luca (CTR) - REE-NASS" userId="2ab51f0d-38fb-4d10-a3db-4bfab6239004" providerId="ADAL" clId="{4418F0AF-652E-4303-9F4A-61A9AB98F1B4}" dt="2026-01-29T15:39:41.027" v="590" actId="13822"/>
          <ac:spMkLst>
            <pc:docMk/>
            <pc:sldMk cId="1916015772" sldId="269"/>
            <ac:spMk id="8" creationId="{5BB3D8DC-0D4B-F7D5-7267-20638094E893}"/>
          </ac:spMkLst>
        </pc:spChg>
        <pc:spChg chg="add mod">
          <ac:chgData name="Sartore, Luca (CTR) - REE-NASS" userId="2ab51f0d-38fb-4d10-a3db-4bfab6239004" providerId="ADAL" clId="{4418F0AF-652E-4303-9F4A-61A9AB98F1B4}" dt="2026-01-29T15:39:41.027" v="590" actId="13822"/>
          <ac:spMkLst>
            <pc:docMk/>
            <pc:sldMk cId="1916015772" sldId="269"/>
            <ac:spMk id="9" creationId="{CD6B4C03-207F-6E90-F333-B8ACDC8A16E0}"/>
          </ac:spMkLst>
        </pc:spChg>
        <pc:picChg chg="mod">
          <ac:chgData name="Sartore, Luca (CTR) - REE-NASS" userId="2ab51f0d-38fb-4d10-a3db-4bfab6239004" providerId="ADAL" clId="{4418F0AF-652E-4303-9F4A-61A9AB98F1B4}" dt="2026-01-29T15:36:41.137" v="548" actId="1036"/>
          <ac:picMkLst>
            <pc:docMk/>
            <pc:sldMk cId="1916015772" sldId="269"/>
            <ac:picMk id="7" creationId="{00000000-0000-0000-0000-000000000000}"/>
          </ac:picMkLst>
        </pc:picChg>
        <pc:cxnChg chg="add mod">
          <ac:chgData name="Sartore, Luca (CTR) - REE-NASS" userId="2ab51f0d-38fb-4d10-a3db-4bfab6239004" providerId="ADAL" clId="{4418F0AF-652E-4303-9F4A-61A9AB98F1B4}" dt="2026-01-29T15:41:09.468" v="595" actId="1582"/>
          <ac:cxnSpMkLst>
            <pc:docMk/>
            <pc:sldMk cId="1916015772" sldId="269"/>
            <ac:cxnSpMk id="11" creationId="{4446EC9C-5761-53E3-5EF5-615CCAE4DC45}"/>
          </ac:cxnSpMkLst>
        </pc:cxnChg>
        <pc:cxnChg chg="add mod">
          <ac:chgData name="Sartore, Luca (CTR) - REE-NASS" userId="2ab51f0d-38fb-4d10-a3db-4bfab6239004" providerId="ADAL" clId="{4418F0AF-652E-4303-9F4A-61A9AB98F1B4}" dt="2026-01-29T15:41:09.468" v="595" actId="1582"/>
          <ac:cxnSpMkLst>
            <pc:docMk/>
            <pc:sldMk cId="1916015772" sldId="269"/>
            <ac:cxnSpMk id="13" creationId="{BBD58004-565D-9E03-CEEF-6264D2A43F83}"/>
          </ac:cxnSpMkLst>
        </pc:cxnChg>
        <pc:cxnChg chg="add mod">
          <ac:chgData name="Sartore, Luca (CTR) - REE-NASS" userId="2ab51f0d-38fb-4d10-a3db-4bfab6239004" providerId="ADAL" clId="{4418F0AF-652E-4303-9F4A-61A9AB98F1B4}" dt="2026-01-29T15:41:09.468" v="595" actId="1582"/>
          <ac:cxnSpMkLst>
            <pc:docMk/>
            <pc:sldMk cId="1916015772" sldId="269"/>
            <ac:cxnSpMk id="15" creationId="{C2D01E43-4BBD-9DAB-C1B2-7BFB9D88D13E}"/>
          </ac:cxnSpMkLst>
        </pc:cxnChg>
      </pc:sldChg>
      <pc:sldChg chg="del">
        <pc:chgData name="Sartore, Luca (CTR) - REE-NASS" userId="2ab51f0d-38fb-4d10-a3db-4bfab6239004" providerId="ADAL" clId="{4418F0AF-652E-4303-9F4A-61A9AB98F1B4}" dt="2026-01-29T15:26:13.151" v="0" actId="47"/>
        <pc:sldMkLst>
          <pc:docMk/>
          <pc:sldMk cId="2149174846" sldId="270"/>
        </pc:sldMkLst>
      </pc:sldChg>
      <pc:sldChg chg="addSp delSp modSp mod ord">
        <pc:chgData name="Sartore, Luca (CTR) - REE-NASS" userId="2ab51f0d-38fb-4d10-a3db-4bfab6239004" providerId="ADAL" clId="{4418F0AF-652E-4303-9F4A-61A9AB98F1B4}" dt="2026-01-29T20:58:32.819" v="2217" actId="20577"/>
        <pc:sldMkLst>
          <pc:docMk/>
          <pc:sldMk cId="2750014166" sldId="271"/>
        </pc:sldMkLst>
        <pc:spChg chg="mod">
          <ac:chgData name="Sartore, Luca (CTR) - REE-NASS" userId="2ab51f0d-38fb-4d10-a3db-4bfab6239004" providerId="ADAL" clId="{4418F0AF-652E-4303-9F4A-61A9AB98F1B4}" dt="2026-01-29T15:27:40.919" v="72" actId="20577"/>
          <ac:spMkLst>
            <pc:docMk/>
            <pc:sldMk cId="2750014166" sldId="271"/>
            <ac:spMk id="2" creationId="{08CDEDD7-754C-4357-B05B-466A92E60270}"/>
          </ac:spMkLst>
        </pc:spChg>
        <pc:spChg chg="add del mod">
          <ac:chgData name="Sartore, Luca (CTR) - REE-NASS" userId="2ab51f0d-38fb-4d10-a3db-4bfab6239004" providerId="ADAL" clId="{4418F0AF-652E-4303-9F4A-61A9AB98F1B4}" dt="2026-01-29T20:58:32.819" v="2217" actId="20577"/>
          <ac:spMkLst>
            <pc:docMk/>
            <pc:sldMk cId="2750014166" sldId="271"/>
            <ac:spMk id="3" creationId="{B00BE87A-E489-4F2C-8EFC-E65B9314C401}"/>
          </ac:spMkLst>
        </pc:spChg>
        <pc:graphicFrameChg chg="add mod">
          <ac:chgData name="Sartore, Luca (CTR) - REE-NASS" userId="2ab51f0d-38fb-4d10-a3db-4bfab6239004" providerId="ADAL" clId="{4418F0AF-652E-4303-9F4A-61A9AB98F1B4}" dt="2026-01-29T15:30:39.544" v="74"/>
          <ac:graphicFrameMkLst>
            <pc:docMk/>
            <pc:sldMk cId="2750014166" sldId="271"/>
            <ac:graphicFrameMk id="5" creationId="{1239AD63-22AC-083F-FA11-CE78853F2889}"/>
          </ac:graphicFrameMkLst>
        </pc:graphicFrameChg>
      </pc:sldChg>
      <pc:sldChg chg="del">
        <pc:chgData name="Sartore, Luca (CTR) - REE-NASS" userId="2ab51f0d-38fb-4d10-a3db-4bfab6239004" providerId="ADAL" clId="{4418F0AF-652E-4303-9F4A-61A9AB98F1B4}" dt="2026-01-29T16:16:41.747" v="1207" actId="47"/>
        <pc:sldMkLst>
          <pc:docMk/>
          <pc:sldMk cId="2019547125" sldId="272"/>
        </pc:sldMkLst>
      </pc:sldChg>
      <pc:sldChg chg="modSp del mod">
        <pc:chgData name="Sartore, Luca (CTR) - REE-NASS" userId="2ab51f0d-38fb-4d10-a3db-4bfab6239004" providerId="ADAL" clId="{4418F0AF-652E-4303-9F4A-61A9AB98F1B4}" dt="2026-01-29T16:16:30.863" v="1206" actId="47"/>
        <pc:sldMkLst>
          <pc:docMk/>
          <pc:sldMk cId="2332935164" sldId="273"/>
        </pc:sldMkLst>
        <pc:spChg chg="mod">
          <ac:chgData name="Sartore, Luca (CTR) - REE-NASS" userId="2ab51f0d-38fb-4d10-a3db-4bfab6239004" providerId="ADAL" clId="{4418F0AF-652E-4303-9F4A-61A9AB98F1B4}" dt="2026-01-29T16:09:36.521" v="1060" actId="20577"/>
          <ac:spMkLst>
            <pc:docMk/>
            <pc:sldMk cId="2332935164" sldId="273"/>
            <ac:spMk id="4" creationId="{8E0B1313-D5F5-49F5-A335-21C167E2CC42}"/>
          </ac:spMkLst>
        </pc:spChg>
      </pc:sldChg>
      <pc:sldChg chg="addSp modSp mod">
        <pc:chgData name="Sartore, Luca (CTR) - REE-NASS" userId="2ab51f0d-38fb-4d10-a3db-4bfab6239004" providerId="ADAL" clId="{4418F0AF-652E-4303-9F4A-61A9AB98F1B4}" dt="2026-01-30T15:17:45.287" v="2519" actId="20577"/>
        <pc:sldMkLst>
          <pc:docMk/>
          <pc:sldMk cId="117456421" sldId="275"/>
        </pc:sldMkLst>
        <pc:spChg chg="mod">
          <ac:chgData name="Sartore, Luca (CTR) - REE-NASS" userId="2ab51f0d-38fb-4d10-a3db-4bfab6239004" providerId="ADAL" clId="{4418F0AF-652E-4303-9F4A-61A9AB98F1B4}" dt="2026-01-30T15:17:45.287" v="2519" actId="20577"/>
          <ac:spMkLst>
            <pc:docMk/>
            <pc:sldMk cId="117456421" sldId="275"/>
            <ac:spMk id="2" creationId="{DD2C4D97-3D37-4D2F-B594-CBB8D74627D0}"/>
          </ac:spMkLst>
        </pc:spChg>
        <pc:spChg chg="mod">
          <ac:chgData name="Sartore, Luca (CTR) - REE-NASS" userId="2ab51f0d-38fb-4d10-a3db-4bfab6239004" providerId="ADAL" clId="{4418F0AF-652E-4303-9F4A-61A9AB98F1B4}" dt="2026-01-29T15:46:02.826" v="600" actId="947"/>
          <ac:spMkLst>
            <pc:docMk/>
            <pc:sldMk cId="117456421" sldId="275"/>
            <ac:spMk id="3" creationId="{B1FAA050-95CD-42FE-A3F3-964B2C0FEE98}"/>
          </ac:spMkLst>
        </pc:spChg>
        <pc:spChg chg="add mod">
          <ac:chgData name="Sartore, Luca (CTR) - REE-NASS" userId="2ab51f0d-38fb-4d10-a3db-4bfab6239004" providerId="ADAL" clId="{4418F0AF-652E-4303-9F4A-61A9AB98F1B4}" dt="2026-01-29T15:46:32.692" v="603" actId="1076"/>
          <ac:spMkLst>
            <pc:docMk/>
            <pc:sldMk cId="117456421" sldId="275"/>
            <ac:spMk id="4" creationId="{FF420666-BFCD-8403-3253-21EC11F036A4}"/>
          </ac:spMkLst>
        </pc:spChg>
      </pc:sldChg>
      <pc:sldChg chg="del">
        <pc:chgData name="Sartore, Luca (CTR) - REE-NASS" userId="2ab51f0d-38fb-4d10-a3db-4bfab6239004" providerId="ADAL" clId="{4418F0AF-652E-4303-9F4A-61A9AB98F1B4}" dt="2026-01-29T15:26:18.896" v="1" actId="47"/>
        <pc:sldMkLst>
          <pc:docMk/>
          <pc:sldMk cId="224835793" sldId="276"/>
        </pc:sldMkLst>
      </pc:sldChg>
      <pc:sldChg chg="addSp delSp modSp new mod">
        <pc:chgData name="Sartore, Luca (CTR) - REE-NASS" userId="2ab51f0d-38fb-4d10-a3db-4bfab6239004" providerId="ADAL" clId="{4418F0AF-652E-4303-9F4A-61A9AB98F1B4}" dt="2026-01-29T20:57:46.930" v="2208" actId="20577"/>
        <pc:sldMkLst>
          <pc:docMk/>
          <pc:sldMk cId="4252182435" sldId="276"/>
        </pc:sldMkLst>
        <pc:spChg chg="mod">
          <ac:chgData name="Sartore, Luca (CTR) - REE-NASS" userId="2ab51f0d-38fb-4d10-a3db-4bfab6239004" providerId="ADAL" clId="{4418F0AF-652E-4303-9F4A-61A9AB98F1B4}" dt="2026-01-29T15:50:30.320" v="682" actId="20577"/>
          <ac:spMkLst>
            <pc:docMk/>
            <pc:sldMk cId="4252182435" sldId="276"/>
            <ac:spMk id="2" creationId="{60FF0F7B-C094-0D82-258E-3E45CA699508}"/>
          </ac:spMkLst>
        </pc:spChg>
        <pc:spChg chg="del">
          <ac:chgData name="Sartore, Luca (CTR) - REE-NASS" userId="2ab51f0d-38fb-4d10-a3db-4bfab6239004" providerId="ADAL" clId="{4418F0AF-652E-4303-9F4A-61A9AB98F1B4}" dt="2026-01-29T15:51:22.792" v="692" actId="478"/>
          <ac:spMkLst>
            <pc:docMk/>
            <pc:sldMk cId="4252182435" sldId="276"/>
            <ac:spMk id="3" creationId="{4136607E-A998-1446-90EE-4D50E639BA4D}"/>
          </ac:spMkLst>
        </pc:spChg>
        <pc:spChg chg="add mod">
          <ac:chgData name="Sartore, Luca (CTR) - REE-NASS" userId="2ab51f0d-38fb-4d10-a3db-4bfab6239004" providerId="ADAL" clId="{4418F0AF-652E-4303-9F4A-61A9AB98F1B4}" dt="2026-01-29T15:50:17.453" v="650"/>
          <ac:spMkLst>
            <pc:docMk/>
            <pc:sldMk cId="4252182435" sldId="276"/>
            <ac:spMk id="9" creationId="{EF24A546-D838-5ACD-2AF0-A6C636E084B2}"/>
          </ac:spMkLst>
        </pc:spChg>
        <pc:spChg chg="add mod">
          <ac:chgData name="Sartore, Luca (CTR) - REE-NASS" userId="2ab51f0d-38fb-4d10-a3db-4bfab6239004" providerId="ADAL" clId="{4418F0AF-652E-4303-9F4A-61A9AB98F1B4}" dt="2026-01-29T15:50:17.453" v="650"/>
          <ac:spMkLst>
            <pc:docMk/>
            <pc:sldMk cId="4252182435" sldId="276"/>
            <ac:spMk id="10" creationId="{6A6F557D-F2CE-2349-9B71-350615AD04D4}"/>
          </ac:spMkLst>
        </pc:spChg>
        <pc:spChg chg="add mod">
          <ac:chgData name="Sartore, Luca (CTR) - REE-NASS" userId="2ab51f0d-38fb-4d10-a3db-4bfab6239004" providerId="ADAL" clId="{4418F0AF-652E-4303-9F4A-61A9AB98F1B4}" dt="2026-01-29T15:50:17.453" v="650"/>
          <ac:spMkLst>
            <pc:docMk/>
            <pc:sldMk cId="4252182435" sldId="276"/>
            <ac:spMk id="11" creationId="{996AFD04-D8DB-7ABC-F36B-3E3018803133}"/>
          </ac:spMkLst>
        </pc:spChg>
        <pc:spChg chg="add mod">
          <ac:chgData name="Sartore, Luca (CTR) - REE-NASS" userId="2ab51f0d-38fb-4d10-a3db-4bfab6239004" providerId="ADAL" clId="{4418F0AF-652E-4303-9F4A-61A9AB98F1B4}" dt="2026-01-29T15:50:17.453" v="650"/>
          <ac:spMkLst>
            <pc:docMk/>
            <pc:sldMk cId="4252182435" sldId="276"/>
            <ac:spMk id="12" creationId="{1EBE9CB9-3D84-2D45-64DC-D41019572CEA}"/>
          </ac:spMkLst>
        </pc:spChg>
        <pc:spChg chg="add del mod">
          <ac:chgData name="Sartore, Luca (CTR) - REE-NASS" userId="2ab51f0d-38fb-4d10-a3db-4bfab6239004" providerId="ADAL" clId="{4418F0AF-652E-4303-9F4A-61A9AB98F1B4}" dt="2026-01-29T16:02:00.550" v="1045" actId="478"/>
          <ac:spMkLst>
            <pc:docMk/>
            <pc:sldMk cId="4252182435" sldId="276"/>
            <ac:spMk id="17" creationId="{4D7FE74F-F450-7354-C152-C2E689DFD06C}"/>
          </ac:spMkLst>
        </pc:spChg>
        <pc:spChg chg="add del mod">
          <ac:chgData name="Sartore, Luca (CTR) - REE-NASS" userId="2ab51f0d-38fb-4d10-a3db-4bfab6239004" providerId="ADAL" clId="{4418F0AF-652E-4303-9F4A-61A9AB98F1B4}" dt="2026-01-29T16:02:00.550" v="1045" actId="478"/>
          <ac:spMkLst>
            <pc:docMk/>
            <pc:sldMk cId="4252182435" sldId="276"/>
            <ac:spMk id="18" creationId="{D47BFB07-AF27-CE4A-E973-7C789895D4D9}"/>
          </ac:spMkLst>
        </pc:spChg>
        <pc:spChg chg="add del mod">
          <ac:chgData name="Sartore, Luca (CTR) - REE-NASS" userId="2ab51f0d-38fb-4d10-a3db-4bfab6239004" providerId="ADAL" clId="{4418F0AF-652E-4303-9F4A-61A9AB98F1B4}" dt="2026-01-29T16:02:00.550" v="1045" actId="478"/>
          <ac:spMkLst>
            <pc:docMk/>
            <pc:sldMk cId="4252182435" sldId="276"/>
            <ac:spMk id="19" creationId="{0298A0E0-7C3C-00E4-1D2B-5168AC9FD284}"/>
          </ac:spMkLst>
        </pc:spChg>
        <pc:spChg chg="add del mod">
          <ac:chgData name="Sartore, Luca (CTR) - REE-NASS" userId="2ab51f0d-38fb-4d10-a3db-4bfab6239004" providerId="ADAL" clId="{4418F0AF-652E-4303-9F4A-61A9AB98F1B4}" dt="2026-01-29T16:02:00.550" v="1045" actId="478"/>
          <ac:spMkLst>
            <pc:docMk/>
            <pc:sldMk cId="4252182435" sldId="276"/>
            <ac:spMk id="20" creationId="{C2C8C670-DB2D-A542-A903-69431FA91462}"/>
          </ac:spMkLst>
        </pc:spChg>
        <pc:spChg chg="add mod">
          <ac:chgData name="Sartore, Luca (CTR) - REE-NASS" userId="2ab51f0d-38fb-4d10-a3db-4bfab6239004" providerId="ADAL" clId="{4418F0AF-652E-4303-9F4A-61A9AB98F1B4}" dt="2026-01-29T20:57:46.930" v="2208" actId="20577"/>
          <ac:spMkLst>
            <pc:docMk/>
            <pc:sldMk cId="4252182435" sldId="276"/>
            <ac:spMk id="24" creationId="{0C9E361F-1B3F-811B-EFC2-E282BB8A0005}"/>
          </ac:spMkLst>
        </pc:spChg>
        <pc:grpChg chg="add del mod">
          <ac:chgData name="Sartore, Luca (CTR) - REE-NASS" userId="2ab51f0d-38fb-4d10-a3db-4bfab6239004" providerId="ADAL" clId="{4418F0AF-652E-4303-9F4A-61A9AB98F1B4}" dt="2026-01-29T15:55:29.726" v="855" actId="165"/>
          <ac:grpSpMkLst>
            <pc:docMk/>
            <pc:sldMk cId="4252182435" sldId="276"/>
            <ac:grpSpMk id="21" creationId="{976E8C9E-FAB0-0141-0482-5B572AE7E8B2}"/>
          </ac:grpSpMkLst>
        </pc:grpChg>
        <pc:picChg chg="add mod">
          <ac:chgData name="Sartore, Luca (CTR) - REE-NASS" userId="2ab51f0d-38fb-4d10-a3db-4bfab6239004" providerId="ADAL" clId="{4418F0AF-652E-4303-9F4A-61A9AB98F1B4}" dt="2026-01-29T15:50:17.453" v="650"/>
          <ac:picMkLst>
            <pc:docMk/>
            <pc:sldMk cId="4252182435" sldId="276"/>
            <ac:picMk id="5" creationId="{64046366-F7A7-0D44-6BB0-4EDC707076CA}"/>
          </ac:picMkLst>
        </pc:picChg>
        <pc:picChg chg="add mod">
          <ac:chgData name="Sartore, Luca (CTR) - REE-NASS" userId="2ab51f0d-38fb-4d10-a3db-4bfab6239004" providerId="ADAL" clId="{4418F0AF-652E-4303-9F4A-61A9AB98F1B4}" dt="2026-01-29T15:50:17.453" v="650"/>
          <ac:picMkLst>
            <pc:docMk/>
            <pc:sldMk cId="4252182435" sldId="276"/>
            <ac:picMk id="6" creationId="{01AA444A-2626-68E3-45C0-A78CBF152092}"/>
          </ac:picMkLst>
        </pc:picChg>
        <pc:picChg chg="add mod">
          <ac:chgData name="Sartore, Luca (CTR) - REE-NASS" userId="2ab51f0d-38fb-4d10-a3db-4bfab6239004" providerId="ADAL" clId="{4418F0AF-652E-4303-9F4A-61A9AB98F1B4}" dt="2026-01-29T15:50:17.453" v="650"/>
          <ac:picMkLst>
            <pc:docMk/>
            <pc:sldMk cId="4252182435" sldId="276"/>
            <ac:picMk id="7" creationId="{325B768E-56C3-1A76-8646-647DD5040997}"/>
          </ac:picMkLst>
        </pc:picChg>
        <pc:picChg chg="add mod">
          <ac:chgData name="Sartore, Luca (CTR) - REE-NASS" userId="2ab51f0d-38fb-4d10-a3db-4bfab6239004" providerId="ADAL" clId="{4418F0AF-652E-4303-9F4A-61A9AB98F1B4}" dt="2026-01-29T15:50:17.453" v="650"/>
          <ac:picMkLst>
            <pc:docMk/>
            <pc:sldMk cId="4252182435" sldId="276"/>
            <ac:picMk id="8" creationId="{ACC43F21-8A83-1D4F-44A2-6C9D3A13B424}"/>
          </ac:picMkLst>
        </pc:picChg>
        <pc:picChg chg="add del mod topLvl">
          <ac:chgData name="Sartore, Luca (CTR) - REE-NASS" userId="2ab51f0d-38fb-4d10-a3db-4bfab6239004" providerId="ADAL" clId="{4418F0AF-652E-4303-9F4A-61A9AB98F1B4}" dt="2026-01-29T16:02:00.550" v="1045" actId="478"/>
          <ac:picMkLst>
            <pc:docMk/>
            <pc:sldMk cId="4252182435" sldId="276"/>
            <ac:picMk id="13" creationId="{01989B82-0BDC-ADFA-C63D-FFF78358BDFD}"/>
          </ac:picMkLst>
        </pc:picChg>
        <pc:picChg chg="add del mod topLvl">
          <ac:chgData name="Sartore, Luca (CTR) - REE-NASS" userId="2ab51f0d-38fb-4d10-a3db-4bfab6239004" providerId="ADAL" clId="{4418F0AF-652E-4303-9F4A-61A9AB98F1B4}" dt="2026-01-29T16:02:00.550" v="1045" actId="478"/>
          <ac:picMkLst>
            <pc:docMk/>
            <pc:sldMk cId="4252182435" sldId="276"/>
            <ac:picMk id="14" creationId="{604C7895-F71A-62BF-966C-8B918633E5DA}"/>
          </ac:picMkLst>
        </pc:picChg>
        <pc:picChg chg="add del mod topLvl">
          <ac:chgData name="Sartore, Luca (CTR) - REE-NASS" userId="2ab51f0d-38fb-4d10-a3db-4bfab6239004" providerId="ADAL" clId="{4418F0AF-652E-4303-9F4A-61A9AB98F1B4}" dt="2026-01-29T16:02:00.550" v="1045" actId="478"/>
          <ac:picMkLst>
            <pc:docMk/>
            <pc:sldMk cId="4252182435" sldId="276"/>
            <ac:picMk id="15" creationId="{154755F7-D9E5-6E51-C30A-11CAB2F762CE}"/>
          </ac:picMkLst>
        </pc:picChg>
        <pc:picChg chg="add del mod topLvl">
          <ac:chgData name="Sartore, Luca (CTR) - REE-NASS" userId="2ab51f0d-38fb-4d10-a3db-4bfab6239004" providerId="ADAL" clId="{4418F0AF-652E-4303-9F4A-61A9AB98F1B4}" dt="2026-01-29T16:02:00.550" v="1045" actId="478"/>
          <ac:picMkLst>
            <pc:docMk/>
            <pc:sldMk cId="4252182435" sldId="276"/>
            <ac:picMk id="16" creationId="{B385727F-06DF-8E72-151C-B40B9305BC0C}"/>
          </ac:picMkLst>
        </pc:picChg>
        <pc:picChg chg="add mod ord">
          <ac:chgData name="Sartore, Luca (CTR) - REE-NASS" userId="2ab51f0d-38fb-4d10-a3db-4bfab6239004" providerId="ADAL" clId="{4418F0AF-652E-4303-9F4A-61A9AB98F1B4}" dt="2026-01-29T16:13:59.014" v="1204" actId="554"/>
          <ac:picMkLst>
            <pc:docMk/>
            <pc:sldMk cId="4252182435" sldId="276"/>
            <ac:picMk id="23" creationId="{01249A27-BF79-8C63-B8E1-9FF99C12DDF5}"/>
          </ac:picMkLst>
        </pc:picChg>
      </pc:sldChg>
      <pc:sldChg chg="modSp new mod">
        <pc:chgData name="Sartore, Luca (CTR) - REE-NASS" userId="2ab51f0d-38fb-4d10-a3db-4bfab6239004" providerId="ADAL" clId="{4418F0AF-652E-4303-9F4A-61A9AB98F1B4}" dt="2026-01-29T20:58:00.297" v="2212" actId="20577"/>
        <pc:sldMkLst>
          <pc:docMk/>
          <pc:sldMk cId="536205931" sldId="277"/>
        </pc:sldMkLst>
        <pc:spChg chg="mod">
          <ac:chgData name="Sartore, Luca (CTR) - REE-NASS" userId="2ab51f0d-38fb-4d10-a3db-4bfab6239004" providerId="ADAL" clId="{4418F0AF-652E-4303-9F4A-61A9AB98F1B4}" dt="2026-01-29T17:49:15.223" v="1797"/>
          <ac:spMkLst>
            <pc:docMk/>
            <pc:sldMk cId="536205931" sldId="277"/>
            <ac:spMk id="2" creationId="{92091B64-2AE6-FBC3-D4B6-4699A9294072}"/>
          </ac:spMkLst>
        </pc:spChg>
        <pc:spChg chg="mod">
          <ac:chgData name="Sartore, Luca (CTR) - REE-NASS" userId="2ab51f0d-38fb-4d10-a3db-4bfab6239004" providerId="ADAL" clId="{4418F0AF-652E-4303-9F4A-61A9AB98F1B4}" dt="2026-01-29T20:58:00.297" v="2212" actId="20577"/>
          <ac:spMkLst>
            <pc:docMk/>
            <pc:sldMk cId="536205931" sldId="277"/>
            <ac:spMk id="3" creationId="{D1F5F554-F272-28FB-5579-0B92D96AC39F}"/>
          </ac:spMkLst>
        </pc:spChg>
      </pc:sldChg>
      <pc:sldChg chg="modSp new mod">
        <pc:chgData name="Sartore, Luca (CTR) - REE-NASS" userId="2ab51f0d-38fb-4d10-a3db-4bfab6239004" providerId="ADAL" clId="{4418F0AF-652E-4303-9F4A-61A9AB98F1B4}" dt="2026-01-29T18:53:29.021" v="2129" actId="113"/>
        <pc:sldMkLst>
          <pc:docMk/>
          <pc:sldMk cId="3125405269" sldId="278"/>
        </pc:sldMkLst>
        <pc:spChg chg="mod">
          <ac:chgData name="Sartore, Luca (CTR) - REE-NASS" userId="2ab51f0d-38fb-4d10-a3db-4bfab6239004" providerId="ADAL" clId="{4418F0AF-652E-4303-9F4A-61A9AB98F1B4}" dt="2026-01-29T17:49:22.674" v="1802" actId="20577"/>
          <ac:spMkLst>
            <pc:docMk/>
            <pc:sldMk cId="3125405269" sldId="278"/>
            <ac:spMk id="2" creationId="{0CB9B3AF-BCBF-F790-1AE6-7B65998EB10B}"/>
          </ac:spMkLst>
        </pc:spChg>
        <pc:spChg chg="mod">
          <ac:chgData name="Sartore, Luca (CTR) - REE-NASS" userId="2ab51f0d-38fb-4d10-a3db-4bfab6239004" providerId="ADAL" clId="{4418F0AF-652E-4303-9F4A-61A9AB98F1B4}" dt="2026-01-29T18:53:29.021" v="2129" actId="113"/>
          <ac:spMkLst>
            <pc:docMk/>
            <pc:sldMk cId="3125405269" sldId="278"/>
            <ac:spMk id="3" creationId="{0009A607-C0A8-AAE5-952F-2A0721DDCCFB}"/>
          </ac:spMkLst>
        </pc:spChg>
      </pc:sldChg>
      <pc:sldChg chg="modSp new mod">
        <pc:chgData name="Sartore, Luca (CTR) - REE-NASS" userId="2ab51f0d-38fb-4d10-a3db-4bfab6239004" providerId="ADAL" clId="{4418F0AF-652E-4303-9F4A-61A9AB98F1B4}" dt="2026-01-29T21:04:35.953" v="2514" actId="20577"/>
        <pc:sldMkLst>
          <pc:docMk/>
          <pc:sldMk cId="3904393696" sldId="279"/>
        </pc:sldMkLst>
        <pc:spChg chg="mod">
          <ac:chgData name="Sartore, Luca (CTR) - REE-NASS" userId="2ab51f0d-38fb-4d10-a3db-4bfab6239004" providerId="ADAL" clId="{4418F0AF-652E-4303-9F4A-61A9AB98F1B4}" dt="2026-01-29T21:04:14.755" v="2472" actId="20577"/>
          <ac:spMkLst>
            <pc:docMk/>
            <pc:sldMk cId="3904393696" sldId="279"/>
            <ac:spMk id="2" creationId="{49BA370A-2456-6F55-5AF5-A4B1D18550E7}"/>
          </ac:spMkLst>
        </pc:spChg>
        <pc:spChg chg="mod">
          <ac:chgData name="Sartore, Luca (CTR) - REE-NASS" userId="2ab51f0d-38fb-4d10-a3db-4bfab6239004" providerId="ADAL" clId="{4418F0AF-652E-4303-9F4A-61A9AB98F1B4}" dt="2026-01-29T21:04:35.953" v="2514" actId="20577"/>
          <ac:spMkLst>
            <pc:docMk/>
            <pc:sldMk cId="3904393696" sldId="279"/>
            <ac:spMk id="3" creationId="{F4374C3D-DB4B-CA61-BEB3-83FED89BB6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5858E-B9F0-4D46-8654-E3147679D15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E76FA-CB68-4B40-8DA9-0C1730629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4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5338-BC7D-4347-897E-9C2BC1EDA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7A125-63F3-4AE1-8573-45B03B15B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29EA1-A813-404C-8115-4D134EFB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C50F-66EC-421E-A8F9-BB36F2CA0634}" type="datetime1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AB8D4-B40F-4EF0-B727-0740AD20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8E097-B783-499F-BA23-6801537D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DD99-517A-4797-8B13-C30C4761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03A58-FF3C-48CC-B5F3-6394A5984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F116-055C-43CB-BEEF-459687C6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3C37-31B6-41C0-B4BC-1D8C175E9948}" type="datetime1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A3A40-7A06-4751-AC9C-8CD45028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E4940-D588-4C11-A0B6-8C8CC7CC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CD62B-33E4-479C-B8DA-DE8FEF04B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5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B5698-E0F5-4ADA-879E-D2C715E9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D32F5-3D92-440E-BE35-9390133FC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62EA1-F74B-4CD3-9505-7CB30E6C6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CD6B-C47B-44E3-B3BC-5396BAC3D677}" type="datetime1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36B6C-215C-4BCE-A8F3-918017C39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40169-7DB5-403B-B84E-4B33EF33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8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7550-8BA3-4804-9361-10C90FEC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D7E5B-16D4-474E-AF7E-0FE30DEA2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DD039-4025-4EC9-9A8B-01E7C9C1A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8BB3E-C92B-40F5-90B9-905C5B01D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D309-365C-4F96-8428-570B31B897D4}" type="datetime1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436B1-FA44-487E-9561-93FC2BA7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FAF7D-6073-4623-8341-9C2166B4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6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1A36-411C-4465-8959-B3AAB336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47E09-74F5-43AA-9BBB-71CF76CAA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3F4B0-4CC9-49A0-8769-2C291D15D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56C9-7302-45AE-A76C-55A08137A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763D89-8C0D-4727-8CBB-05CEE9488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2590DB-C3DA-40F8-998A-0AD0EA0A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A907-7D04-40C4-877A-9E6DC644D2DB}" type="datetime1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02BAB-2C57-437E-9D5C-054E665D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877011-F3C7-4997-A076-78A9E3E4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67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72DD-690D-47AF-ABD0-AE590B65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62FBD1-3FFB-48FF-929F-4EF14D01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1A6C-7308-4D14-9BB6-1BDF5A822BF8}" type="datetime1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71872-1EBA-420F-BD82-48EB6DA5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743AB-ED29-40B1-8F07-25052347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5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2F2001-CE21-46B2-9BFA-7CA8AECD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684C2-34C4-4151-9724-FC131C9B6F7B}" type="datetime1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F5770-48A0-4F4A-B574-D6C913C9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10440-1BC9-4A55-B89C-CCB63949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E16B-D049-4E75-BDFC-C1FAEF8F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4075F-39D8-4195-8B24-35A7B28A3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D9AE0-7A4D-4D72-B830-A8E301EC4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5A65C-A280-49DD-A1A1-C7FD5426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409F-5571-4E0D-8375-63944A8289DA}" type="datetime1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968DF-C20F-435F-A4F0-31D69E8E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695A0-E2B4-4A80-8D15-8547703B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3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E57B-1188-4A5F-A5E2-2801EBA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9DC708-064F-4059-BB88-00619B10D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B5D52-48B6-4B6F-AED7-B15620071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2AF91-EEAE-4006-B049-E2C4FC5C0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46FF-CDD1-416C-88C8-74172160255C}" type="datetime1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8E188-C6D3-4B09-92B0-CD2CD4DA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5986D-75CC-44DD-81AB-412295AD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6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7C3B-A3E9-4945-8DFD-3EA579B4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6BABC-9169-4929-8ADE-6EE7D6B37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7E7A3-E74A-4332-A289-3D111A6B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D52B-599F-4A1F-B6D9-9B587FD8FBF4}" type="datetime1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3935F-8E49-4CEA-8250-2C0D1CF40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22E81-0C4D-4181-ABBC-801B2AA8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9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CF3C4-64FE-45E3-BC0A-01BFBF6CB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2ACE2-BC4E-43EF-BD22-DC32E2E4B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14086-46DE-4F0A-90F9-7BE529F5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4CA4-BB32-4231-9657-760FC405BE10}" type="datetime1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7744-C98B-41AC-8431-94D940FF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BEF1B-18F6-4DCC-8863-83E2F756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70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764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321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4B4B-63A1-4840-8FF2-0E9676BA388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523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931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304800"/>
            <a:ext cx="10261600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57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33A66-EA06-4760-BD77-E78E1EEADC5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7938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766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71939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219200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74EA8-4F2C-4B85-9D53-7322D41AA62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1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646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191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191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6D1F2-F2E3-4938-B4A2-2B7EC788D88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47200" y="-1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855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7"/>
            <a:ext cx="5386917" cy="36925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7"/>
            <a:ext cx="5389033" cy="36925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FD3D-DFF4-4841-82B2-2D123D96AD5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47200" y="1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57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0F0F-44DB-4630-A458-D24865A5CEC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47200" y="1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482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60CDA-EC79-44F2-AD42-1C26C63E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AD3D9-733A-4834-81E9-B8B4ADA3556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77A02-7811-45E9-9185-EEA3827E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6B150D-53B2-4397-A607-1D7C7F81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0117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76200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762001"/>
            <a:ext cx="6815667" cy="4832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924051"/>
            <a:ext cx="4011084" cy="36703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3D40-64C4-4ADD-B80E-7B29E764D6B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47200" y="1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044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495799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533400"/>
            <a:ext cx="7315200" cy="388937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062537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7155-2F2F-44A9-8E4B-15364AF0085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47200" y="1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538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1603"/>
            <a:ext cx="10972800" cy="4495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DCB33-DAAE-42D8-B1DB-C18883AC396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1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921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62003"/>
            <a:ext cx="2743200" cy="5135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62003"/>
            <a:ext cx="8026400" cy="51355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8C5-680C-4B96-8D90-EDCC613DD25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1"/>
            <a:ext cx="2844800" cy="365125"/>
          </a:xfrm>
        </p:spPr>
        <p:txBody>
          <a:bodyPr/>
          <a:lstStyle/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39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9CE4E9E-AD44-4707-9419-FDD8C216F248}"/>
              </a:ext>
            </a:extLst>
          </p:cNvPr>
          <p:cNvGrpSpPr/>
          <p:nvPr userDrawn="1"/>
        </p:nvGrpSpPr>
        <p:grpSpPr>
          <a:xfrm>
            <a:off x="-49965" y="5820229"/>
            <a:ext cx="11986255" cy="1037771"/>
            <a:chOff x="0" y="6017036"/>
            <a:chExt cx="8989691" cy="84096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A4EB33-04C3-4C66-A83C-B4665BB6AF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940"/>
            <a:stretch/>
          </p:blipFill>
          <p:spPr>
            <a:xfrm>
              <a:off x="0" y="6017036"/>
              <a:ext cx="8052179" cy="84096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579E2DD-E36D-419D-A6AB-314479E56E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0" y="6172200"/>
              <a:ext cx="607691" cy="609600"/>
            </a:xfrm>
            <a:prstGeom prst="rect">
              <a:avLst/>
            </a:prstGeom>
          </p:spPr>
        </p:pic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DE072-798C-4032-AD04-40C028DD3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0B4FB-BF20-4CFE-8A24-AF58E0695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9EE88-97EC-463B-AA71-4E2902B11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75657" y="6356350"/>
            <a:ext cx="19884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44EB2-25CF-4A1A-914F-5DD0279595CF}" type="datetime1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DA1A8-3F7F-4D85-ADCD-744BD6B1B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35" y="6356350"/>
            <a:ext cx="5404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984DA-5F58-4120-ACD7-557B937AF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8057" y="6356350"/>
            <a:ext cx="19884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CD62B-33E4-479C-B8DA-DE8FEF04B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4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-49965" y="5820229"/>
            <a:ext cx="11986255" cy="1037771"/>
            <a:chOff x="0" y="6017036"/>
            <a:chExt cx="8989691" cy="84096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940"/>
            <a:stretch/>
          </p:blipFill>
          <p:spPr>
            <a:xfrm>
              <a:off x="0" y="6017036"/>
              <a:ext cx="8052179" cy="84096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0" y="6172200"/>
              <a:ext cx="607691" cy="609600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0" y="304800"/>
            <a:ext cx="10261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71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08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CC312-DD7E-4698-A743-7D519D1B3B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2/4/26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7200" y="801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A15CE-9D31-44FE-A4A3-3DFF052127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70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ss.usda.gov/Research_and_Science/Crop-Sequence-Boundaries/index.ph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ss.usda.gov/Research_and_Science/Crop-Sequence-Boundaries/metadata_Crop-Sequence-Boundaries-2024.htm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uides.library.cornell.edu/ag-food-data-guide/ag-food-data-tool" TargetMode="External"/><Relationship Id="rId3" Type="http://schemas.openxmlformats.org/officeDocument/2006/relationships/hyperlink" Target="https://cat.csiss.gmu.edu/CropSmart" TargetMode="External"/><Relationship Id="rId7" Type="http://schemas.openxmlformats.org/officeDocument/2006/relationships/hyperlink" Target="https://opdgig.dos.ny.gov/" TargetMode="External"/><Relationship Id="rId2" Type="http://schemas.openxmlformats.org/officeDocument/2006/relationships/hyperlink" Target="https://earthengine.goog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gateway.nrcs.usda.gov/" TargetMode="External"/><Relationship Id="rId5" Type="http://schemas.openxmlformats.org/officeDocument/2006/relationships/hyperlink" Target="https://www.farmers.gov/dashboard/new-york" TargetMode="External"/><Relationship Id="rId4" Type="http://schemas.openxmlformats.org/officeDocument/2006/relationships/hyperlink" Target="https://catalog.data.gov/dataset/quick-stats-agricultural-database" TargetMode="External"/><Relationship Id="rId9" Type="http://schemas.openxmlformats.org/officeDocument/2006/relationships/hyperlink" Target="https://guides.library.cornell.edu/ag-food-data-guide/ag-food-data-tool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4D97-3D37-4D2F-B594-CBB8D74627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Acreage Estimation and Uncertainty Quantification</a:t>
            </a:r>
            <a:br>
              <a:rPr lang="en-US" dirty="0"/>
            </a:br>
            <a:br>
              <a:rPr lang="en-US" dirty="0"/>
            </a:br>
            <a:r>
              <a:rPr lang="en-US" sz="4400" dirty="0"/>
              <a:t>(Capstone Project)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AA050-95CD-42FE-A3F3-964B2C0FE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Luca Sartore, Ph.D.</a:t>
            </a:r>
            <a:r>
              <a:rPr lang="en-US" baseline="30000" dirty="0"/>
              <a:t>**</a:t>
            </a:r>
          </a:p>
          <a:p>
            <a:endParaRPr lang="en-US" sz="800" dirty="0"/>
          </a:p>
          <a:p>
            <a:r>
              <a:rPr lang="en-US" dirty="0"/>
              <a:t>January 30,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20666-BFCD-8403-3253-21EC11F036A4}"/>
              </a:ext>
            </a:extLst>
          </p:cNvPr>
          <p:cNvSpPr txBox="1"/>
          <p:nvPr/>
        </p:nvSpPr>
        <p:spPr>
          <a:xfrm>
            <a:off x="1470976" y="6022125"/>
            <a:ext cx="925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**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Disclaimer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The findings and conclusions in this publication are those of the authors and should not be construed to represent any official USDA or U.S. Government determination or policy.</a:t>
            </a:r>
          </a:p>
        </p:txBody>
      </p:sp>
    </p:spTree>
    <p:extLst>
      <p:ext uri="{BB962C8B-B14F-4D97-AF65-F5344CB8AC3E}">
        <p14:creationId xmlns:p14="http://schemas.microsoft.com/office/powerpoint/2010/main" val="117456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EDD7-754C-4357-B05B-466A92E6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Planted Acreage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E87A-E489-4F2C-8EFC-E65B9314C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Acquire CSB Data</a:t>
            </a:r>
            <a:br>
              <a:rPr lang="en-US" dirty="0"/>
            </a:br>
            <a:r>
              <a:rPr lang="en-US" dirty="0"/>
              <a:t>Publicly available Crop Sequence Boundaries datasets</a:t>
            </a:r>
          </a:p>
          <a:p>
            <a:r>
              <a:rPr lang="en-US" b="1" dirty="0"/>
              <a:t>Identify Other Sources of Information</a:t>
            </a:r>
            <a:br>
              <a:rPr lang="en-US" b="1" dirty="0"/>
            </a:br>
            <a:r>
              <a:rPr lang="en-US" dirty="0"/>
              <a:t>CSB attributes and other information to model farmers’ planting decisions</a:t>
            </a:r>
          </a:p>
          <a:p>
            <a:r>
              <a:rPr lang="en-US" b="1" dirty="0"/>
              <a:t>Predict the Next Crop Type</a:t>
            </a:r>
            <a:br>
              <a:rPr lang="en-US" dirty="0"/>
            </a:br>
            <a:r>
              <a:rPr lang="en-US" dirty="0"/>
              <a:t>Train and validate a classification model and predict the next crop type</a:t>
            </a:r>
          </a:p>
          <a:p>
            <a:r>
              <a:rPr lang="en-US" b="1" dirty="0"/>
              <a:t>Aggregate by Region</a:t>
            </a:r>
            <a:br>
              <a:rPr lang="en-US" dirty="0"/>
            </a:br>
            <a:r>
              <a:rPr lang="en-US" dirty="0"/>
              <a:t>Summarize acreage for each crop type at the county and state level</a:t>
            </a:r>
          </a:p>
          <a:p>
            <a:r>
              <a:rPr lang="en-US" b="1" dirty="0"/>
              <a:t>Estimate Variance</a:t>
            </a:r>
            <a:br>
              <a:rPr lang="en-US" dirty="0"/>
            </a:br>
            <a:r>
              <a:rPr lang="en-US" dirty="0"/>
              <a:t>Provide a measure of uncertainty for the acreages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1D2E1-F5BA-40DB-B2A0-293A0FC7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1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F012-A63A-493A-8368-9D299F07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648" y="567009"/>
            <a:ext cx="10515600" cy="1325563"/>
          </a:xfrm>
        </p:spPr>
        <p:txBody>
          <a:bodyPr/>
          <a:lstStyle/>
          <a:p>
            <a:r>
              <a:rPr lang="en-US" dirty="0">
                <a:cs typeface="Calibri"/>
              </a:rPr>
              <a:t>Crop Rotation Models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262" y="3944230"/>
            <a:ext cx="6245476" cy="181292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15CE-9D31-44FE-A4A3-3DFF052127A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CEAFA-5523-40CE-B8E0-9FF7E4114946}"/>
              </a:ext>
            </a:extLst>
          </p:cNvPr>
          <p:cNvSpPr txBox="1"/>
          <p:nvPr/>
        </p:nvSpPr>
        <p:spPr>
          <a:xfrm>
            <a:off x="7546421" y="5960902"/>
            <a:ext cx="167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7CB0B-4108-40C0-A0CB-8F29A1A7B956}"/>
              </a:ext>
            </a:extLst>
          </p:cNvPr>
          <p:cNvSpPr txBox="1"/>
          <p:nvPr/>
        </p:nvSpPr>
        <p:spPr>
          <a:xfrm>
            <a:off x="2973262" y="5960902"/>
            <a:ext cx="3026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Past Crop Rotations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F2117048-97E8-CC64-4F12-EB20CCD1492A}"/>
              </a:ext>
            </a:extLst>
          </p:cNvPr>
          <p:cNvSpPr/>
          <p:nvPr/>
        </p:nvSpPr>
        <p:spPr>
          <a:xfrm>
            <a:off x="7750015" y="2237297"/>
            <a:ext cx="1265128" cy="1325563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Auxiliary Data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5BB3D8DC-0D4B-F7D5-7267-20638094E893}"/>
              </a:ext>
            </a:extLst>
          </p:cNvPr>
          <p:cNvSpPr/>
          <p:nvPr/>
        </p:nvSpPr>
        <p:spPr>
          <a:xfrm>
            <a:off x="5463436" y="2237297"/>
            <a:ext cx="1265128" cy="1325563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Auxiliary Data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CD6B4C03-207F-6E90-F333-B8ACDC8A16E0}"/>
              </a:ext>
            </a:extLst>
          </p:cNvPr>
          <p:cNvSpPr/>
          <p:nvPr/>
        </p:nvSpPr>
        <p:spPr>
          <a:xfrm>
            <a:off x="3314748" y="2237297"/>
            <a:ext cx="1265128" cy="1325563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Auxiliary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46EC9C-5761-53E3-5EF5-615CCAE4DC45}"/>
              </a:ext>
            </a:extLst>
          </p:cNvPr>
          <p:cNvCxnSpPr>
            <a:stCxn id="9" idx="3"/>
          </p:cNvCxnSpPr>
          <p:nvPr/>
        </p:nvCxnSpPr>
        <p:spPr>
          <a:xfrm>
            <a:off x="3947312" y="3562860"/>
            <a:ext cx="0" cy="38137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D58004-565D-9E03-CEEF-6264D2A43F83}"/>
              </a:ext>
            </a:extLst>
          </p:cNvPr>
          <p:cNvCxnSpPr>
            <a:stCxn id="8" idx="3"/>
            <a:endCxn id="7" idx="0"/>
          </p:cNvCxnSpPr>
          <p:nvPr/>
        </p:nvCxnSpPr>
        <p:spPr>
          <a:xfrm>
            <a:off x="6096000" y="3562860"/>
            <a:ext cx="0" cy="38137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D01E43-4BBD-9DAB-C1B2-7BFB9D88D13E}"/>
              </a:ext>
            </a:extLst>
          </p:cNvPr>
          <p:cNvCxnSpPr>
            <a:stCxn id="5" idx="3"/>
          </p:cNvCxnSpPr>
          <p:nvPr/>
        </p:nvCxnSpPr>
        <p:spPr>
          <a:xfrm>
            <a:off x="8382579" y="3562860"/>
            <a:ext cx="0" cy="38137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01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Graphical user interface, website, qr code&#10;&#10;AI-generated content may be incorrect.">
            <a:extLst>
              <a:ext uri="{FF2B5EF4-FFF2-40B4-BE49-F238E27FC236}">
                <a16:creationId xmlns:a16="http://schemas.microsoft.com/office/drawing/2014/main" id="{01249A27-BF79-8C63-B8E1-9FF99C12D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941" y="1690688"/>
            <a:ext cx="5756189" cy="4928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F0F7B-C094-0D82-258E-3E45CA69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Crop Sequence Boundaries (CSB)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563C3-919F-7D04-5552-662E2018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9E361F-1B3F-811B-EFC2-E282BB8A0005}"/>
              </a:ext>
            </a:extLst>
          </p:cNvPr>
          <p:cNvSpPr txBox="1"/>
          <p:nvPr/>
        </p:nvSpPr>
        <p:spPr>
          <a:xfrm>
            <a:off x="838200" y="1690688"/>
            <a:ext cx="38644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CSB data are publicly available at</a:t>
            </a:r>
            <a:br>
              <a:rPr lang="en-US" dirty="0"/>
            </a:br>
            <a:r>
              <a:rPr lang="en-US" dirty="0">
                <a:hlinkClick r:id="rId3"/>
              </a:rPr>
              <a:t>https://www.nass.usda.gov/Research_and_Science/Crop-Sequence-Boundaries/index.php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Metadata contains additional information useful to the final user (see </a:t>
            </a:r>
            <a:r>
              <a:rPr lang="en-US" dirty="0">
                <a:hlinkClick r:id="rId4"/>
              </a:rPr>
              <a:t>https://www.nass.usda.gov/Research_and_Science/Crop-Sequence-Boundaries/metadata_Crop-Sequence-Boundaries-2024.htm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218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1B64-2AE6-FBC3-D4B6-4699A929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Auxiliary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5F554-F272-28FB-5579-0B92D96AC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Economic factors</a:t>
            </a:r>
            <a:endParaRPr lang="en-US" dirty="0"/>
          </a:p>
          <a:p>
            <a:pPr lvl="1"/>
            <a:r>
              <a:rPr lang="en-US" dirty="0"/>
              <a:t>Costs of seeds, fertilizers, …</a:t>
            </a:r>
          </a:p>
          <a:p>
            <a:pPr lvl="1"/>
            <a:r>
              <a:rPr lang="en-US" dirty="0"/>
              <a:t>Future prices of crops to be planted</a:t>
            </a:r>
          </a:p>
          <a:p>
            <a:r>
              <a:rPr lang="en-US" b="1" dirty="0"/>
              <a:t>Weather events</a:t>
            </a:r>
            <a:endParaRPr lang="en-US" dirty="0"/>
          </a:p>
          <a:p>
            <a:pPr lvl="1"/>
            <a:r>
              <a:rPr lang="en-US" dirty="0"/>
              <a:t>Precipitations (operational farming constraint)</a:t>
            </a:r>
          </a:p>
          <a:p>
            <a:pPr lvl="1"/>
            <a:r>
              <a:rPr lang="en-US" dirty="0"/>
              <a:t>Temperatures (biological constraint of the crop – maximizing yield)</a:t>
            </a:r>
          </a:p>
          <a:p>
            <a:r>
              <a:rPr lang="en-US" b="1" dirty="0"/>
              <a:t>Soil factors</a:t>
            </a:r>
            <a:endParaRPr lang="en-US" dirty="0"/>
          </a:p>
          <a:p>
            <a:pPr lvl="1"/>
            <a:r>
              <a:rPr lang="en-US" dirty="0"/>
              <a:t>Drainage, soil moisture, and soil type</a:t>
            </a:r>
          </a:p>
          <a:p>
            <a:pPr lvl="1"/>
            <a:r>
              <a:rPr lang="en-US" dirty="0"/>
              <a:t>Irrigation</a:t>
            </a:r>
          </a:p>
          <a:p>
            <a:pPr lvl="1"/>
            <a:r>
              <a:rPr lang="en-US" dirty="0"/>
              <a:t>Carbon 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9F51B-641A-5255-C2C5-CDA61D45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05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B3AF-BCBF-F790-1AE6-7B65998E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Get Additional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9A607-C0A8-AAE5-952F-2A0721DDC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Google Earth Engine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https://earthengine.google.com/</a:t>
            </a:r>
            <a:r>
              <a:rPr lang="en-US" dirty="0"/>
              <a:t> </a:t>
            </a:r>
          </a:p>
          <a:p>
            <a:r>
              <a:rPr lang="en-US" b="1" dirty="0" err="1"/>
              <a:t>CropSmart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https://cat.csiss.gmu.edu/CropSmart</a:t>
            </a:r>
            <a:r>
              <a:rPr lang="en-US" dirty="0"/>
              <a:t> </a:t>
            </a:r>
          </a:p>
          <a:p>
            <a:r>
              <a:rPr lang="en-US" b="1" dirty="0" err="1"/>
              <a:t>QuickStats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https://catalog.data.gov/dataset/quick-stats-agricultural-database</a:t>
            </a:r>
            <a:endParaRPr lang="en-US" dirty="0"/>
          </a:p>
          <a:p>
            <a:r>
              <a:rPr lang="en-US" b="1" dirty="0"/>
              <a:t>Farmers.gov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https://www.farmers.gov/dashboard/new-york</a:t>
            </a:r>
            <a:r>
              <a:rPr lang="en-US" dirty="0"/>
              <a:t> </a:t>
            </a:r>
          </a:p>
          <a:p>
            <a:r>
              <a:rPr lang="en-US" b="1" dirty="0"/>
              <a:t>NRCS Data Gateway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https://datagateway.nrcs.usda.gov/</a:t>
            </a:r>
            <a:r>
              <a:rPr lang="en-US" dirty="0"/>
              <a:t> </a:t>
            </a:r>
          </a:p>
          <a:p>
            <a:r>
              <a:rPr lang="en-US" b="1" dirty="0"/>
              <a:t>GIG New York State</a:t>
            </a:r>
            <a:r>
              <a:rPr lang="en-US" dirty="0"/>
              <a:t> </a:t>
            </a:r>
            <a:r>
              <a:rPr lang="en-US" dirty="0">
                <a:hlinkClick r:id="rId7"/>
              </a:rPr>
              <a:t>https://opdgig.dos.ny.gov/</a:t>
            </a:r>
            <a:r>
              <a:rPr lang="en-US" dirty="0"/>
              <a:t> </a:t>
            </a:r>
          </a:p>
          <a:p>
            <a:r>
              <a:rPr lang="en-US" b="1" dirty="0"/>
              <a:t>Cornell Data Library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https://guides.library.cornell.edu/ag-food-data-guide/ag-food-data-tool</a:t>
            </a:r>
            <a:r>
              <a:rPr lang="en-US" dirty="0">
                <a:hlinkClick r:id="rId9"/>
              </a:rPr>
              <a:t>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3B0DD-6A85-880F-06BB-09FE0ECD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0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370A-2456-6F55-5AF5-A4B1D185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Data And Making Ready for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74C3D-DB4B-CA61-BEB3-83FED89BB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Data hunt</a:t>
            </a:r>
          </a:p>
          <a:p>
            <a:r>
              <a:rPr lang="en-US" dirty="0"/>
              <a:t>Download data</a:t>
            </a:r>
          </a:p>
          <a:p>
            <a:r>
              <a:rPr lang="en-US" dirty="0"/>
              <a:t>Data wrangling</a:t>
            </a:r>
          </a:p>
          <a:p>
            <a:r>
              <a:rPr lang="en-US" dirty="0"/>
              <a:t>Exploratory/Descriptive </a:t>
            </a:r>
            <a:r>
              <a:rPr lang="en-US"/>
              <a:t>Data Analyses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DDE2E-28D4-2A61-EDD1-360B85B8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D62B-33E4-479C-B8DA-DE8FEF04B42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93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d5b36e7-01ee-4ebc-867e-e03cfa0d4697}" enabled="0" method="" siteId="{ed5b36e7-01ee-4ebc-867e-e03cfa0d469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1868</TotalTime>
  <Words>386</Words>
  <Application>Microsoft Macintosh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14_Custom Design</vt:lpstr>
      <vt:lpstr>Acreage Estimation and Uncertainty Quantification  (Capstone Project)</vt:lpstr>
      <vt:lpstr>Planted Acreage Estimation</vt:lpstr>
      <vt:lpstr>Crop Rotation Models</vt:lpstr>
      <vt:lpstr>Crop Sequence Boundaries (CSB)</vt:lpstr>
      <vt:lpstr>Useful Auxiliary Information</vt:lpstr>
      <vt:lpstr>Where to Get Additional Data </vt:lpstr>
      <vt:lpstr>Obtaining Data And Making Ready for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Entropy layer</dc:title>
  <dc:creator>Sartore, Luca (CTR) - REE-NASS, Washington, DC</dc:creator>
  <cp:lastModifiedBy>Yik Hau Au</cp:lastModifiedBy>
  <cp:revision>36</cp:revision>
  <dcterms:created xsi:type="dcterms:W3CDTF">2021-09-03T19:05:55Z</dcterms:created>
  <dcterms:modified xsi:type="dcterms:W3CDTF">2026-02-05T23:18:05Z</dcterms:modified>
</cp:coreProperties>
</file>